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6" d="100"/>
          <a:sy n="96" d="100"/>
        </p:scale>
        <p:origin x="149"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FitTrack as a browser-based fitness application for planning workouts, logging training sessions, and reviewing progress. Replace the editable student and registration placeholders before presenting.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application is designed to keep the workout flow in one place. Its React interface uses browser local storage for custom exercises, saved workouts, history, active sessions, and measurement units.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supplied source describes React and React DOM 18+ as the only runtime dependencies. Node.js and npm are used to install and run the Vite development project. Workout data is stored in localStorage, so this project version does not require a backend service.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the three supplied application screenshots. The dashboard summarizes the week, the exercise library organizes movements by muscle group and equipment, and the Workouts page displays saved routines. Images are fitted within their frames to preserve their original proportions.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snippet follows the supplied FitTrack source behavior: each state change is serialized to the fittrack:data localStorage key. Errors are caught and surfaced through the save-error state.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Architecture is based on the supplied source: React renders the dashboard, exercise library, workout list, workout session, and history views. Reducer-managed application data is serialized to browser localStorage under fittrack:data and reloaded when the application starts.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Demo sequence: begin on Home, open Workouts to start a saved routine, then use the Exercise Library to select or add movements when preparing a plan. During a session, log sets and reps; completed sessions appear in History and update the progress summary. The three screenshots are shown at their original aspect ratios.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Conclude by summarizing FitTrack’s three core jobs: plan routines, track active sessions, and review training history. Invite questions or a live walkthrough.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66E41CE6-0562-4986-AE37-091193630D8D}"/>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20C3D003-8FD1-4196-A61E-FAEE062FBD9E}"/>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92FA1784-C68F-4CFA-A7EA-B152ADFF6630}"/>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1DB11E09-848A-476E-8E3D-4250F188D032}"/>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5222B88C-EAD3-404F-BE9A-297D9E9B9735}"/>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85877BEB-F4FA-4956-9D6C-CE1AC4161E49}"/>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722FB3C1-FCE5-4DA2-898F-1A7879DB40EA}"/>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9C8B710D-4E8B-4372-B26A-76F024596FAC}"/>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3F956D9C-E87C-4816-8A4E-5CB54A4237BE}"/>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3C36693D-16FC-4FE8-9E53-FB046DD463AD}"/>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6.xm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6.xml"/><Relationship Id="rId5" Type="http://schemas.openxmlformats.org/officeDocument/2006/relationships/image" Target="../media/image2.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1214"/>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E80C91A0-9D24-41CF-8C1F-E9AEA5640FBC}"/>
              </a:ext>
            </a:extLst>
          </p:cNvPr>
          <p:cNvSpPr>
            <a:spLocks noGrp="1"/>
          </p:cNvSpPr>
          <p:nvPr/>
        </p:nvSpPr>
        <p:spPr>
          <a:xfrm>
            <a:off x="742950" y="742950"/>
            <a:ext cx="95250" cy="419100"/>
          </a:xfrm>
          <a:prstGeom prst="rect">
            <a:avLst/>
          </a:prstGeom>
          <a:solidFill>
            <a:srgbClr val="C5F52A"/>
          </a:solidFill>
          <a:ln w="0">
            <a:solidFill>
              <a:srgbClr val="C5F52A"/>
            </a:solidFill>
            <a:prstDash val="solid"/>
          </a:ln>
        </p:spPr>
      </p:sp>
      <p:sp>
        <p:nvSpPr>
          <p:cNvPr id="2" name="Rectangle 1">
            <a:extLst>
              <a:ext uri="{FF2B5EF4-FFF2-40B4-BE49-F238E27FC236}">
                <a16:creationId xmlns:a16="http://schemas.microsoft.com/office/drawing/2014/main" id="{5ABD0089-A1A6-426C-BDB0-13F68082DF08}"/>
              </a:ext>
            </a:extLst>
          </p:cNvPr>
          <p:cNvSpPr>
            <a:spLocks noGrp="1"/>
          </p:cNvSpPr>
          <p:nvPr/>
        </p:nvSpPr>
        <p:spPr>
          <a:xfrm>
            <a:off x="942975" y="657225"/>
            <a:ext cx="95250" cy="590550"/>
          </a:xfrm>
          <a:prstGeom prst="rect">
            <a:avLst/>
          </a:prstGeom>
          <a:solidFill>
            <a:srgbClr val="C5F52A"/>
          </a:solidFill>
          <a:ln w="0">
            <a:solidFill>
              <a:srgbClr val="C5F52A"/>
            </a:solidFill>
            <a:prstDash val="solid"/>
          </a:ln>
        </p:spPr>
      </p:sp>
      <p:sp>
        <p:nvSpPr>
          <p:cNvPr id="3" name="Rectangle 2">
            <a:extLst>
              <a:ext uri="{FF2B5EF4-FFF2-40B4-BE49-F238E27FC236}">
                <a16:creationId xmlns:a16="http://schemas.microsoft.com/office/drawing/2014/main" id="{F8E725A6-9BD2-457A-8F9C-A696C1CD1A5E}"/>
              </a:ext>
            </a:extLst>
          </p:cNvPr>
          <p:cNvSpPr>
            <a:spLocks noGrp="1"/>
          </p:cNvSpPr>
          <p:nvPr/>
        </p:nvSpPr>
        <p:spPr>
          <a:xfrm>
            <a:off x="1143000" y="742950"/>
            <a:ext cx="95250" cy="419100"/>
          </a:xfrm>
          <a:prstGeom prst="rect">
            <a:avLst/>
          </a:prstGeom>
          <a:solidFill>
            <a:srgbClr val="C5F52A"/>
          </a:solidFill>
          <a:ln w="0">
            <a:solidFill>
              <a:srgbClr val="C5F52A"/>
            </a:solidFill>
            <a:prstDash val="solid"/>
          </a:ln>
        </p:spPr>
      </p:sp>
      <p:sp>
        <p:nvSpPr>
          <p:cNvPr id="4" name="Rectangle 3">
            <a:extLst>
              <a:ext uri="{FF2B5EF4-FFF2-40B4-BE49-F238E27FC236}">
                <a16:creationId xmlns:a16="http://schemas.microsoft.com/office/drawing/2014/main" id="{E00C626F-F546-44FA-99FD-BBC42BAECAE9}"/>
              </a:ext>
            </a:extLst>
          </p:cNvPr>
          <p:cNvSpPr>
            <a:spLocks noGrp="1"/>
          </p:cNvSpPr>
          <p:nvPr/>
        </p:nvSpPr>
        <p:spPr>
          <a:xfrm>
            <a:off x="742950" y="895350"/>
            <a:ext cx="495300" cy="66675"/>
          </a:xfrm>
          <a:prstGeom prst="rect">
            <a:avLst/>
          </a:prstGeom>
          <a:solidFill>
            <a:srgbClr val="C5F52A"/>
          </a:solidFill>
          <a:ln w="0">
            <a:solidFill>
              <a:srgbClr val="C5F52A"/>
            </a:solidFill>
            <a:prstDash val="solid"/>
          </a:ln>
        </p:spPr>
      </p:sp>
      <p:sp>
        <p:nvSpPr>
          <p:cNvPr id="5" name="Rectangle 4">
            <a:extLst>
              <a:ext uri="{FF2B5EF4-FFF2-40B4-BE49-F238E27FC236}">
                <a16:creationId xmlns:a16="http://schemas.microsoft.com/office/drawing/2014/main" id="{E7FB8A66-3008-4AEB-AFE4-92486C9BC510}"/>
              </a:ext>
            </a:extLst>
          </p:cNvPr>
          <p:cNvSpPr>
            <a:spLocks noGrp="1"/>
          </p:cNvSpPr>
          <p:nvPr/>
        </p:nvSpPr>
        <p:spPr>
          <a:xfrm>
            <a:off x="1438275" y="619125"/>
            <a:ext cx="4095750" cy="552450"/>
          </a:xfrm>
          <a:prstGeom prst="rect">
            <a:avLst/>
          </a:prstGeom>
          <a:noFill/>
          <a:ln w="0">
            <a:noFill/>
            <a:prstDash val="solid"/>
          </a:ln>
        </p:spPr>
        <p:txBody>
          <a:bodyPr anchor="ctr"/>
          <a:lstStyle>
            <a:defPPr algn="l">
              <a:defRPr sz="2550" b="1">
                <a:solidFill>
                  <a:srgbClr val="F4F6F5"/>
                </a:solidFill>
                <a:latin typeface="Arial"/>
                <a:ea typeface="Arial"/>
                <a:cs typeface="Arial"/>
              </a:defRPr>
            </a:defPPr>
          </a:lstStyle>
          <a:p>
            <a:pPr algn="l">
              <a:defRPr sz="2550" b="1">
                <a:solidFill>
                  <a:srgbClr val="F4F6F5"/>
                </a:solidFill>
                <a:latin typeface="Arial"/>
                <a:ea typeface="Arial"/>
                <a:cs typeface="Arial"/>
              </a:defRPr>
            </a:pPr>
            <a:r>
              <a:rPr sz="2550" b="1">
                <a:solidFill>
                  <a:srgbClr val="F4F6F5"/>
                </a:solidFill>
                <a:latin typeface="Arial"/>
                <a:ea typeface="Arial"/>
                <a:cs typeface="Arial"/>
              </a:rPr>
              <a:t>FITTRACK</a:t>
            </a:r>
          </a:p>
        </p:txBody>
      </p:sp>
      <p:sp>
        <p:nvSpPr>
          <p:cNvPr id="6" name="Rectangle 5">
            <a:extLst>
              <a:ext uri="{FF2B5EF4-FFF2-40B4-BE49-F238E27FC236}">
                <a16:creationId xmlns:a16="http://schemas.microsoft.com/office/drawing/2014/main" id="{2471A6EC-6039-474F-87B8-EB2F9D606BA8}"/>
              </a:ext>
            </a:extLst>
          </p:cNvPr>
          <p:cNvSpPr>
            <a:spLocks noGrp="1"/>
          </p:cNvSpPr>
          <p:nvPr/>
        </p:nvSpPr>
        <p:spPr>
          <a:xfrm>
            <a:off x="781050" y="1809750"/>
            <a:ext cx="4762500" cy="228600"/>
          </a:xfrm>
          <a:prstGeom prst="rect">
            <a:avLst/>
          </a:prstGeom>
          <a:noFill/>
          <a:ln w="0">
            <a:noFill/>
            <a:prstDash val="solid"/>
          </a:ln>
        </p:spPr>
        <p:txBody>
          <a:bodyPr anchor="ctr"/>
          <a:lstStyle>
            <a:defPPr algn="l">
              <a:defRPr sz="1050" b="1">
                <a:solidFill>
                  <a:srgbClr val="C5F52A"/>
                </a:solidFill>
                <a:latin typeface="Arial"/>
                <a:ea typeface="Arial"/>
                <a:cs typeface="Arial"/>
              </a:defRPr>
            </a:defPPr>
          </a:lstStyle>
          <a:p>
            <a:pPr algn="l">
              <a:defRPr sz="1050" b="1">
                <a:solidFill>
                  <a:srgbClr val="C5F52A"/>
                </a:solidFill>
                <a:latin typeface="Arial"/>
                <a:ea typeface="Arial"/>
                <a:cs typeface="Arial"/>
              </a:defRPr>
            </a:pPr>
            <a:r>
              <a:rPr sz="1050" b="1">
                <a:solidFill>
                  <a:srgbClr val="C5F52A"/>
                </a:solidFill>
                <a:latin typeface="Arial"/>
                <a:ea typeface="Arial"/>
                <a:cs typeface="Arial"/>
              </a:rPr>
              <a:t>FITNESS &amp; WELLNESS</a:t>
            </a:r>
          </a:p>
        </p:txBody>
      </p:sp>
      <p:sp>
        <p:nvSpPr>
          <p:cNvPr id="7" name="Rectangle 6">
            <a:extLst>
              <a:ext uri="{FF2B5EF4-FFF2-40B4-BE49-F238E27FC236}">
                <a16:creationId xmlns:a16="http://schemas.microsoft.com/office/drawing/2014/main" id="{E1A98AF7-5A95-4161-8763-5A730B163371}"/>
              </a:ext>
            </a:extLst>
          </p:cNvPr>
          <p:cNvSpPr>
            <a:spLocks noGrp="1"/>
          </p:cNvSpPr>
          <p:nvPr/>
        </p:nvSpPr>
        <p:spPr>
          <a:xfrm>
            <a:off x="781050" y="2238375"/>
            <a:ext cx="6381750" cy="1428750"/>
          </a:xfrm>
          <a:prstGeom prst="rect">
            <a:avLst/>
          </a:prstGeom>
          <a:noFill/>
          <a:ln w="0">
            <a:noFill/>
            <a:prstDash val="solid"/>
          </a:ln>
        </p:spPr>
        <p:txBody>
          <a:bodyPr anchor="ctr"/>
          <a:lstStyle>
            <a:defPPr algn="l">
              <a:defRPr sz="3675" b="1">
                <a:solidFill>
                  <a:srgbClr val="F4F6F5"/>
                </a:solidFill>
                <a:latin typeface="Arial"/>
                <a:ea typeface="Arial"/>
                <a:cs typeface="Arial"/>
              </a:defRPr>
            </a:defPPr>
          </a:lstStyle>
          <a:p>
            <a:pPr algn="l">
              <a:defRPr sz="3675" b="1">
                <a:solidFill>
                  <a:srgbClr val="F4F6F5"/>
                </a:solidFill>
                <a:latin typeface="Arial"/>
                <a:ea typeface="Arial"/>
                <a:cs typeface="Arial"/>
              </a:defRPr>
            </a:pPr>
            <a:r>
              <a:rPr sz="3675" b="1">
                <a:solidFill>
                  <a:srgbClr val="F4F6F5"/>
                </a:solidFill>
                <a:latin typeface="Arial"/>
                <a:ea typeface="Arial"/>
                <a:cs typeface="Arial"/>
              </a:rPr>
              <a:t>Workout planning</a:t>
            </a:r>
          </a:p>
          <a:p>
            <a:pPr algn="l">
              <a:defRPr sz="3675" b="1">
                <a:solidFill>
                  <a:srgbClr val="F4F6F5"/>
                </a:solidFill>
                <a:latin typeface="Arial"/>
                <a:ea typeface="Arial"/>
                <a:cs typeface="Arial"/>
              </a:defRPr>
            </a:pPr>
            <a:r>
              <a:rPr sz="3675" b="1">
                <a:solidFill>
                  <a:srgbClr val="F4F6F5"/>
                </a:solidFill>
                <a:latin typeface="Arial"/>
                <a:ea typeface="Arial"/>
                <a:cs typeface="Arial"/>
              </a:rPr>
              <a:t>that keeps progress visible</a:t>
            </a:r>
          </a:p>
        </p:txBody>
      </p:sp>
      <p:sp>
        <p:nvSpPr>
          <p:cNvPr id="8" name="Rectangle 7">
            <a:extLst>
              <a:ext uri="{FF2B5EF4-FFF2-40B4-BE49-F238E27FC236}">
                <a16:creationId xmlns:a16="http://schemas.microsoft.com/office/drawing/2014/main" id="{9CF3A2B0-3009-4D1C-BE24-1D19E3414A9D}"/>
              </a:ext>
            </a:extLst>
          </p:cNvPr>
          <p:cNvSpPr>
            <a:spLocks noGrp="1"/>
          </p:cNvSpPr>
          <p:nvPr/>
        </p:nvSpPr>
        <p:spPr>
          <a:xfrm>
            <a:off x="800100" y="3914775"/>
            <a:ext cx="6286500" cy="400050"/>
          </a:xfrm>
          <a:prstGeom prst="rect">
            <a:avLst/>
          </a:prstGeom>
          <a:noFill/>
          <a:ln w="0">
            <a:noFill/>
            <a:prstDash val="solid"/>
          </a:ln>
        </p:spPr>
        <p:txBody>
          <a:bodyPr anchor="ctr"/>
          <a:lstStyle>
            <a:defPPr algn="l">
              <a:defRPr sz="1725" b="0">
                <a:solidFill>
                  <a:srgbClr val="AAB4B6"/>
                </a:solidFill>
                <a:latin typeface="Arial"/>
                <a:ea typeface="Arial"/>
                <a:cs typeface="Arial"/>
              </a:defRPr>
            </a:defPPr>
          </a:lstStyle>
          <a:p>
            <a:pPr algn="l">
              <a:defRPr sz="1725" b="0">
                <a:solidFill>
                  <a:srgbClr val="AAB4B6"/>
                </a:solidFill>
                <a:latin typeface="Arial"/>
                <a:ea typeface="Arial"/>
                <a:cs typeface="Arial"/>
              </a:defRPr>
            </a:pPr>
            <a:r>
              <a:rPr sz="1725" b="0">
                <a:solidFill>
                  <a:srgbClr val="AAB4B6"/>
                </a:solidFill>
                <a:latin typeface="Arial"/>
                <a:ea typeface="Arial"/>
                <a:cs typeface="Arial"/>
              </a:rPr>
              <a:t>A React-based workout planner and training log</a:t>
            </a:r>
          </a:p>
        </p:txBody>
      </p:sp>
      <p:sp>
        <p:nvSpPr>
          <p:cNvPr id="9" name="Rectangle 8">
            <a:extLst>
              <a:ext uri="{FF2B5EF4-FFF2-40B4-BE49-F238E27FC236}">
                <a16:creationId xmlns:a16="http://schemas.microsoft.com/office/drawing/2014/main" id="{6BD036AF-17F1-493F-97E5-1D149A7E3E9A}"/>
              </a:ext>
            </a:extLst>
          </p:cNvPr>
          <p:cNvSpPr>
            <a:spLocks noGrp="1"/>
          </p:cNvSpPr>
          <p:nvPr/>
        </p:nvSpPr>
        <p:spPr>
          <a:xfrm>
            <a:off x="800100" y="4629150"/>
            <a:ext cx="3905250" cy="19050"/>
          </a:xfrm>
          <a:prstGeom prst="rect">
            <a:avLst/>
          </a:prstGeom>
          <a:solidFill>
            <a:srgbClr val="C5F52A"/>
          </a:solidFill>
          <a:ln w="0">
            <a:solidFill>
              <a:srgbClr val="C5F52A"/>
            </a:solidFill>
            <a:prstDash val="solid"/>
          </a:ln>
        </p:spPr>
      </p:sp>
      <p:sp>
        <p:nvSpPr>
          <p:cNvPr id="10" name="Rectangle 9">
            <a:extLst>
              <a:ext uri="{FF2B5EF4-FFF2-40B4-BE49-F238E27FC236}">
                <a16:creationId xmlns:a16="http://schemas.microsoft.com/office/drawing/2014/main" id="{4426DFDF-8855-4672-B955-BC0974E21E46}"/>
              </a:ext>
            </a:extLst>
          </p:cNvPr>
          <p:cNvSpPr>
            <a:spLocks noGrp="1"/>
          </p:cNvSpPr>
          <p:nvPr/>
        </p:nvSpPr>
        <p:spPr>
          <a:xfrm>
            <a:off x="800100" y="4857750"/>
            <a:ext cx="3143250" cy="238125"/>
          </a:xfrm>
          <a:prstGeom prst="rect">
            <a:avLst/>
          </a:prstGeom>
          <a:noFill/>
          <a:ln w="0">
            <a:noFill/>
            <a:prstDash val="solid"/>
          </a:ln>
        </p:spPr>
        <p:txBody>
          <a:bodyPr anchor="ctr"/>
          <a:lstStyle>
            <a:defPPr algn="l">
              <a:defRPr sz="1050" b="1">
                <a:solidFill>
                  <a:srgbClr val="F4F6F5"/>
                </a:solidFill>
                <a:latin typeface="Arial"/>
                <a:ea typeface="Arial"/>
                <a:cs typeface="Arial"/>
              </a:defRPr>
            </a:defPPr>
          </a:lstStyle>
          <a:p>
            <a:pPr algn="l">
              <a:defRPr sz="1050" b="1">
                <a:solidFill>
                  <a:srgbClr val="F4F6F5"/>
                </a:solidFill>
                <a:latin typeface="Arial"/>
                <a:ea typeface="Arial"/>
                <a:cs typeface="Arial"/>
              </a:defRPr>
            </a:pPr>
            <a:r>
              <a:rPr sz="1050" b="1">
                <a:solidFill>
                  <a:srgbClr val="F4F6F5"/>
                </a:solidFill>
                <a:latin typeface="Arial"/>
                <a:ea typeface="Arial"/>
                <a:cs typeface="Arial"/>
              </a:rPr>
              <a:t>PROJECT PRESENTATION</a:t>
            </a:r>
          </a:p>
        </p:txBody>
      </p:sp>
      <p:sp>
        <p:nvSpPr>
          <p:cNvPr id="11" name="Rectangle 10">
            <a:extLst>
              <a:ext uri="{FF2B5EF4-FFF2-40B4-BE49-F238E27FC236}">
                <a16:creationId xmlns:a16="http://schemas.microsoft.com/office/drawing/2014/main" id="{1772D31B-6C93-4CD5-A4A6-12445689BB87}"/>
              </a:ext>
            </a:extLst>
          </p:cNvPr>
          <p:cNvSpPr>
            <a:spLocks noGrp="1"/>
          </p:cNvSpPr>
          <p:nvPr/>
        </p:nvSpPr>
        <p:spPr>
          <a:xfrm>
            <a:off x="800100" y="5257800"/>
            <a:ext cx="6572250" cy="304800"/>
          </a:xfrm>
          <a:prstGeom prst="rect">
            <a:avLst/>
          </a:prstGeom>
          <a:noFill/>
          <a:ln w="0">
            <a:noFill/>
            <a:prstDash val="solid"/>
          </a:ln>
        </p:spPr>
        <p:txBody>
          <a:bodyPr anchor="ctr"/>
          <a:lstStyle>
            <a:defPPr algn="l">
              <a:defRPr sz="1275" b="0">
                <a:solidFill>
                  <a:srgbClr val="AAB4B6"/>
                </a:solidFill>
                <a:latin typeface="Arial"/>
                <a:ea typeface="Arial"/>
                <a:cs typeface="Arial"/>
              </a:defRPr>
            </a:defPPr>
          </a:lstStyle>
          <a:p>
            <a:pPr algn="l">
              <a:defRPr sz="1275" b="0">
                <a:solidFill>
                  <a:srgbClr val="AAB4B6"/>
                </a:solidFill>
                <a:latin typeface="Arial"/>
                <a:ea typeface="Arial"/>
                <a:cs typeface="Arial"/>
              </a:defRPr>
            </a:pPr>
            <a:r>
              <a:rPr lang="en-US" sz="1275" dirty="0">
                <a:solidFill>
                  <a:srgbClr val="AAB4B6"/>
                </a:solidFill>
                <a:latin typeface="Arial"/>
                <a:ea typeface="Arial"/>
                <a:cs typeface="Arial"/>
              </a:rPr>
              <a:t>Name: SIVAGURU D</a:t>
            </a:r>
            <a:r>
              <a:rPr sz="1275" b="0" dirty="0">
                <a:solidFill>
                  <a:srgbClr val="AAB4B6"/>
                </a:solidFill>
                <a:latin typeface="Arial"/>
                <a:ea typeface="Arial"/>
                <a:cs typeface="Arial"/>
              </a:rPr>
              <a:t>     •     Register No.: </a:t>
            </a:r>
            <a:r>
              <a:rPr lang="en-US" sz="1275" dirty="0">
                <a:solidFill>
                  <a:srgbClr val="AAB4B6"/>
                </a:solidFill>
                <a:latin typeface="Arial"/>
                <a:ea typeface="Arial"/>
                <a:cs typeface="Arial"/>
              </a:rPr>
              <a:t>2116240701517</a:t>
            </a:r>
            <a:endParaRPr sz="1275" b="0" dirty="0">
              <a:solidFill>
                <a:srgbClr val="AAB4B6"/>
              </a:solidFill>
              <a:latin typeface="Arial"/>
              <a:ea typeface="Arial"/>
              <a:cs typeface="Arial"/>
            </a:endParaRPr>
          </a:p>
        </p:txBody>
      </p:sp>
      <p:sp>
        <p:nvSpPr>
          <p:cNvPr id="12" name="Rectangle: Rounded Corners 11">
            <a:extLst>
              <a:ext uri="{FF2B5EF4-FFF2-40B4-BE49-F238E27FC236}">
                <a16:creationId xmlns:a16="http://schemas.microsoft.com/office/drawing/2014/main" id="{5F4E04E2-87AF-485B-B10B-72B29016005D}"/>
              </a:ext>
            </a:extLst>
          </p:cNvPr>
          <p:cNvSpPr>
            <a:spLocks noGrp="1"/>
          </p:cNvSpPr>
          <p:nvPr/>
        </p:nvSpPr>
        <p:spPr>
          <a:xfrm>
            <a:off x="8210550" y="1143000"/>
            <a:ext cx="3048000" cy="4248150"/>
          </a:xfrm>
          <a:prstGeom prst="roundRect">
            <a:avLst>
              <a:gd name="adj" fmla="val 5000"/>
            </a:avLst>
          </a:prstGeom>
          <a:solidFill>
            <a:srgbClr val="191D20"/>
          </a:solidFill>
          <a:ln w="9525">
            <a:solidFill>
              <a:srgbClr val="343B40"/>
            </a:solidFill>
            <a:prstDash val="solid"/>
          </a:ln>
        </p:spPr>
      </p:sp>
      <p:sp>
        <p:nvSpPr>
          <p:cNvPr id="13" name="Rectangle 12">
            <a:extLst>
              <a:ext uri="{FF2B5EF4-FFF2-40B4-BE49-F238E27FC236}">
                <a16:creationId xmlns:a16="http://schemas.microsoft.com/office/drawing/2014/main" id="{E32DF0D7-C2EE-47C5-AF25-14275DFD583D}"/>
              </a:ext>
            </a:extLst>
          </p:cNvPr>
          <p:cNvSpPr>
            <a:spLocks noGrp="1"/>
          </p:cNvSpPr>
          <p:nvPr/>
        </p:nvSpPr>
        <p:spPr>
          <a:xfrm>
            <a:off x="8572500" y="1533525"/>
            <a:ext cx="1905000" cy="228600"/>
          </a:xfrm>
          <a:prstGeom prst="rect">
            <a:avLst/>
          </a:prstGeom>
          <a:noFill/>
          <a:ln w="0">
            <a:noFill/>
            <a:prstDash val="solid"/>
          </a:ln>
        </p:spPr>
        <p:txBody>
          <a:bodyPr anchor="ctr"/>
          <a:lstStyle>
            <a:defPPr algn="l">
              <a:defRPr sz="975" b="1">
                <a:solidFill>
                  <a:srgbClr val="AAB4B6"/>
                </a:solidFill>
                <a:latin typeface="Arial"/>
                <a:ea typeface="Arial"/>
                <a:cs typeface="Arial"/>
              </a:defRPr>
            </a:defPPr>
          </a:lstStyle>
          <a:p>
            <a:pPr algn="l">
              <a:defRPr sz="975" b="1">
                <a:solidFill>
                  <a:srgbClr val="AAB4B6"/>
                </a:solidFill>
                <a:latin typeface="Arial"/>
                <a:ea typeface="Arial"/>
                <a:cs typeface="Arial"/>
              </a:defRPr>
            </a:pPr>
            <a:r>
              <a:rPr sz="975" b="1">
                <a:solidFill>
                  <a:srgbClr val="AAB4B6"/>
                </a:solidFill>
                <a:latin typeface="Arial"/>
                <a:ea typeface="Arial"/>
                <a:cs typeface="Arial"/>
              </a:rPr>
              <a:t>TODAY</a:t>
            </a:r>
          </a:p>
        </p:txBody>
      </p:sp>
      <p:sp>
        <p:nvSpPr>
          <p:cNvPr id="14" name="Rectangle 13">
            <a:extLst>
              <a:ext uri="{FF2B5EF4-FFF2-40B4-BE49-F238E27FC236}">
                <a16:creationId xmlns:a16="http://schemas.microsoft.com/office/drawing/2014/main" id="{A43CE747-70CE-46B0-ABFD-00B6CFF3BF46}"/>
              </a:ext>
            </a:extLst>
          </p:cNvPr>
          <p:cNvSpPr>
            <a:spLocks noGrp="1"/>
          </p:cNvSpPr>
          <p:nvPr/>
        </p:nvSpPr>
        <p:spPr>
          <a:xfrm>
            <a:off x="8572500" y="1866900"/>
            <a:ext cx="1619250" cy="857250"/>
          </a:xfrm>
          <a:prstGeom prst="rect">
            <a:avLst/>
          </a:prstGeom>
          <a:noFill/>
          <a:ln w="0">
            <a:noFill/>
            <a:prstDash val="solid"/>
          </a:ln>
        </p:spPr>
        <p:txBody>
          <a:bodyPr anchor="ctr"/>
          <a:lstStyle>
            <a:defPPr algn="l">
              <a:defRPr sz="5700" b="1">
                <a:solidFill>
                  <a:srgbClr val="F4F6F5"/>
                </a:solidFill>
                <a:latin typeface="Arial"/>
                <a:ea typeface="Arial"/>
                <a:cs typeface="Arial"/>
              </a:defRPr>
            </a:defPPr>
          </a:lstStyle>
          <a:p>
            <a:pPr algn="l">
              <a:defRPr sz="5700" b="1">
                <a:solidFill>
                  <a:srgbClr val="F4F6F5"/>
                </a:solidFill>
                <a:latin typeface="Arial"/>
                <a:ea typeface="Arial"/>
                <a:cs typeface="Arial"/>
              </a:defRPr>
            </a:pPr>
            <a:r>
              <a:rPr sz="5700" b="1">
                <a:solidFill>
                  <a:srgbClr val="F4F6F5"/>
                </a:solidFill>
                <a:latin typeface="Arial"/>
                <a:ea typeface="Arial"/>
                <a:cs typeface="Arial"/>
              </a:rPr>
              <a:t>01</a:t>
            </a:r>
          </a:p>
        </p:txBody>
      </p:sp>
      <p:sp>
        <p:nvSpPr>
          <p:cNvPr id="15" name="Rectangle 14">
            <a:extLst>
              <a:ext uri="{FF2B5EF4-FFF2-40B4-BE49-F238E27FC236}">
                <a16:creationId xmlns:a16="http://schemas.microsoft.com/office/drawing/2014/main" id="{10A4491F-66DC-4F42-914C-6BFF3CC585BE}"/>
              </a:ext>
            </a:extLst>
          </p:cNvPr>
          <p:cNvSpPr>
            <a:spLocks noGrp="1"/>
          </p:cNvSpPr>
          <p:nvPr/>
        </p:nvSpPr>
        <p:spPr>
          <a:xfrm>
            <a:off x="8591550" y="2714625"/>
            <a:ext cx="2000250" cy="314325"/>
          </a:xfrm>
          <a:prstGeom prst="rect">
            <a:avLst/>
          </a:prstGeom>
          <a:noFill/>
          <a:ln w="0">
            <a:noFill/>
            <a:prstDash val="solid"/>
          </a:ln>
        </p:spPr>
        <p:txBody>
          <a:bodyPr anchor="ctr"/>
          <a:lstStyle>
            <a:defPPr algn="l">
              <a:defRPr sz="1650" b="0">
                <a:solidFill>
                  <a:srgbClr val="AAB4B6"/>
                </a:solidFill>
                <a:latin typeface="Arial"/>
                <a:ea typeface="Arial"/>
                <a:cs typeface="Arial"/>
              </a:defRPr>
            </a:defPPr>
          </a:lstStyle>
          <a:p>
            <a:pPr algn="l">
              <a:defRPr sz="1650" b="0">
                <a:solidFill>
                  <a:srgbClr val="AAB4B6"/>
                </a:solidFill>
                <a:latin typeface="Arial"/>
                <a:ea typeface="Arial"/>
                <a:cs typeface="Arial"/>
              </a:defRPr>
            </a:pPr>
            <a:r>
              <a:rPr sz="1650" b="0">
                <a:solidFill>
                  <a:srgbClr val="AAB4B6"/>
                </a:solidFill>
                <a:latin typeface="Arial"/>
                <a:ea typeface="Arial"/>
                <a:cs typeface="Arial"/>
              </a:rPr>
              <a:t>training</a:t>
            </a:r>
          </a:p>
        </p:txBody>
      </p:sp>
      <p:sp>
        <p:nvSpPr>
          <p:cNvPr id="16" name="Rectangle: Rounded Corners 15">
            <a:extLst>
              <a:ext uri="{FF2B5EF4-FFF2-40B4-BE49-F238E27FC236}">
                <a16:creationId xmlns:a16="http://schemas.microsoft.com/office/drawing/2014/main" id="{0695C460-8D68-4DEE-BA41-20DC2F4B8B9B}"/>
              </a:ext>
            </a:extLst>
          </p:cNvPr>
          <p:cNvSpPr>
            <a:spLocks noGrp="1"/>
          </p:cNvSpPr>
          <p:nvPr/>
        </p:nvSpPr>
        <p:spPr>
          <a:xfrm>
            <a:off x="8572500" y="3924300"/>
            <a:ext cx="209550" cy="666750"/>
          </a:xfrm>
          <a:prstGeom prst="roundRect">
            <a:avLst>
              <a:gd name="adj" fmla="val 27273"/>
            </a:avLst>
          </a:prstGeom>
          <a:solidFill>
            <a:srgbClr val="20262A"/>
          </a:solidFill>
          <a:ln w="9525">
            <a:solidFill>
              <a:srgbClr val="343B40"/>
            </a:solidFill>
            <a:prstDash val="solid"/>
          </a:ln>
        </p:spPr>
      </p:sp>
      <p:sp>
        <p:nvSpPr>
          <p:cNvPr id="17" name="Rectangle: Rounded Corners 16">
            <a:extLst>
              <a:ext uri="{FF2B5EF4-FFF2-40B4-BE49-F238E27FC236}">
                <a16:creationId xmlns:a16="http://schemas.microsoft.com/office/drawing/2014/main" id="{71EB808F-F89D-46B6-8F98-760A7C1C87EE}"/>
              </a:ext>
            </a:extLst>
          </p:cNvPr>
          <p:cNvSpPr>
            <a:spLocks noGrp="1"/>
          </p:cNvSpPr>
          <p:nvPr/>
        </p:nvSpPr>
        <p:spPr>
          <a:xfrm>
            <a:off x="8934450" y="3619500"/>
            <a:ext cx="209550" cy="971550"/>
          </a:xfrm>
          <a:prstGeom prst="roundRect">
            <a:avLst>
              <a:gd name="adj" fmla="val 27273"/>
            </a:avLst>
          </a:prstGeom>
          <a:solidFill>
            <a:srgbClr val="20262A"/>
          </a:solidFill>
          <a:ln w="9525">
            <a:solidFill>
              <a:srgbClr val="343B40"/>
            </a:solidFill>
            <a:prstDash val="solid"/>
          </a:ln>
        </p:spPr>
      </p:sp>
      <p:sp>
        <p:nvSpPr>
          <p:cNvPr id="18" name="Rectangle: Rounded Corners 17">
            <a:extLst>
              <a:ext uri="{FF2B5EF4-FFF2-40B4-BE49-F238E27FC236}">
                <a16:creationId xmlns:a16="http://schemas.microsoft.com/office/drawing/2014/main" id="{1CDF66A0-EC50-4A69-A6B7-32567EC69BF2}"/>
              </a:ext>
            </a:extLst>
          </p:cNvPr>
          <p:cNvSpPr>
            <a:spLocks noGrp="1"/>
          </p:cNvSpPr>
          <p:nvPr/>
        </p:nvSpPr>
        <p:spPr>
          <a:xfrm>
            <a:off x="9296400" y="3790950"/>
            <a:ext cx="209550" cy="800100"/>
          </a:xfrm>
          <a:prstGeom prst="roundRect">
            <a:avLst>
              <a:gd name="adj" fmla="val 27273"/>
            </a:avLst>
          </a:prstGeom>
          <a:solidFill>
            <a:srgbClr val="20262A"/>
          </a:solidFill>
          <a:ln w="9525">
            <a:solidFill>
              <a:srgbClr val="343B40"/>
            </a:solidFill>
            <a:prstDash val="solid"/>
          </a:ln>
        </p:spPr>
      </p:sp>
      <p:sp>
        <p:nvSpPr>
          <p:cNvPr id="19" name="Rectangle: Rounded Corners 18">
            <a:extLst>
              <a:ext uri="{FF2B5EF4-FFF2-40B4-BE49-F238E27FC236}">
                <a16:creationId xmlns:a16="http://schemas.microsoft.com/office/drawing/2014/main" id="{19A520F9-321E-4404-B205-A3A029215AA2}"/>
              </a:ext>
            </a:extLst>
          </p:cNvPr>
          <p:cNvSpPr>
            <a:spLocks noGrp="1"/>
          </p:cNvSpPr>
          <p:nvPr/>
        </p:nvSpPr>
        <p:spPr>
          <a:xfrm>
            <a:off x="9658350" y="3390900"/>
            <a:ext cx="209550" cy="1200150"/>
          </a:xfrm>
          <a:prstGeom prst="roundRect">
            <a:avLst>
              <a:gd name="adj" fmla="val 27273"/>
            </a:avLst>
          </a:prstGeom>
          <a:solidFill>
            <a:srgbClr val="C5F52A"/>
          </a:solidFill>
          <a:ln w="9525">
            <a:solidFill>
              <a:srgbClr val="C5F52A"/>
            </a:solidFill>
            <a:prstDash val="solid"/>
          </a:ln>
        </p:spPr>
      </p:sp>
      <p:sp>
        <p:nvSpPr>
          <p:cNvPr id="20" name="Rectangle: Rounded Corners 19">
            <a:extLst>
              <a:ext uri="{FF2B5EF4-FFF2-40B4-BE49-F238E27FC236}">
                <a16:creationId xmlns:a16="http://schemas.microsoft.com/office/drawing/2014/main" id="{FEF1C1BC-7480-4DB9-B6B3-B269B96AE9C3}"/>
              </a:ext>
            </a:extLst>
          </p:cNvPr>
          <p:cNvSpPr>
            <a:spLocks noGrp="1"/>
          </p:cNvSpPr>
          <p:nvPr/>
        </p:nvSpPr>
        <p:spPr>
          <a:xfrm>
            <a:off x="10020300" y="3543300"/>
            <a:ext cx="209550" cy="1047750"/>
          </a:xfrm>
          <a:prstGeom prst="roundRect">
            <a:avLst>
              <a:gd name="adj" fmla="val 27273"/>
            </a:avLst>
          </a:prstGeom>
          <a:solidFill>
            <a:srgbClr val="20262A"/>
          </a:solidFill>
          <a:ln w="9525">
            <a:solidFill>
              <a:srgbClr val="343B40"/>
            </a:solidFill>
            <a:prstDash val="solid"/>
          </a:ln>
        </p:spPr>
      </p:sp>
      <p:sp>
        <p:nvSpPr>
          <p:cNvPr id="21" name="Rectangle: Rounded Corners 20">
            <a:extLst>
              <a:ext uri="{FF2B5EF4-FFF2-40B4-BE49-F238E27FC236}">
                <a16:creationId xmlns:a16="http://schemas.microsoft.com/office/drawing/2014/main" id="{912ACDE2-880F-4956-8CF4-B01A2BA7F683}"/>
              </a:ext>
            </a:extLst>
          </p:cNvPr>
          <p:cNvSpPr>
            <a:spLocks noGrp="1"/>
          </p:cNvSpPr>
          <p:nvPr/>
        </p:nvSpPr>
        <p:spPr>
          <a:xfrm>
            <a:off x="10382250" y="3238500"/>
            <a:ext cx="209550" cy="1352550"/>
          </a:xfrm>
          <a:prstGeom prst="roundRect">
            <a:avLst>
              <a:gd name="adj" fmla="val 27273"/>
            </a:avLst>
          </a:prstGeom>
          <a:solidFill>
            <a:srgbClr val="20262A"/>
          </a:solidFill>
          <a:ln w="9525">
            <a:solidFill>
              <a:srgbClr val="343B40"/>
            </a:solidFill>
            <a:prstDash val="solid"/>
          </a:ln>
        </p:spPr>
      </p:sp>
      <p:sp>
        <p:nvSpPr>
          <p:cNvPr id="22" name="Rectangle 21">
            <a:extLst>
              <a:ext uri="{FF2B5EF4-FFF2-40B4-BE49-F238E27FC236}">
                <a16:creationId xmlns:a16="http://schemas.microsoft.com/office/drawing/2014/main" id="{69719D09-9CD5-47E3-ADA5-A39F5ECFD427}"/>
              </a:ext>
            </a:extLst>
          </p:cNvPr>
          <p:cNvSpPr>
            <a:spLocks noGrp="1"/>
          </p:cNvSpPr>
          <p:nvPr/>
        </p:nvSpPr>
        <p:spPr>
          <a:xfrm>
            <a:off x="8572500" y="4667250"/>
            <a:ext cx="704850" cy="209550"/>
          </a:xfrm>
          <a:prstGeom prst="rect">
            <a:avLst/>
          </a:prstGeom>
          <a:noFill/>
          <a:ln w="0">
            <a:noFill/>
            <a:prstDash val="solid"/>
          </a:ln>
        </p:spPr>
        <p:txBody>
          <a:bodyPr anchor="ctr"/>
          <a:lstStyle>
            <a:defPPr algn="l">
              <a:defRPr sz="900" b="1">
                <a:solidFill>
                  <a:srgbClr val="AAB4B6"/>
                </a:solidFill>
                <a:latin typeface="Arial"/>
                <a:ea typeface="Arial"/>
                <a:cs typeface="Arial"/>
              </a:defRPr>
            </a:defPPr>
          </a:lstStyle>
          <a:p>
            <a:pPr algn="l">
              <a:defRPr sz="900" b="1">
                <a:solidFill>
                  <a:srgbClr val="AAB4B6"/>
                </a:solidFill>
                <a:latin typeface="Arial"/>
                <a:ea typeface="Arial"/>
                <a:cs typeface="Arial"/>
              </a:defRPr>
            </a:pPr>
            <a:r>
              <a:rPr sz="900" b="1">
                <a:solidFill>
                  <a:srgbClr val="AAB4B6"/>
                </a:solidFill>
                <a:latin typeface="Arial"/>
                <a:ea typeface="Arial"/>
                <a:cs typeface="Arial"/>
              </a:rPr>
              <a:t>PLAN</a:t>
            </a:r>
          </a:p>
        </p:txBody>
      </p:sp>
      <p:sp>
        <p:nvSpPr>
          <p:cNvPr id="23" name="Rectangle 22">
            <a:extLst>
              <a:ext uri="{FF2B5EF4-FFF2-40B4-BE49-F238E27FC236}">
                <a16:creationId xmlns:a16="http://schemas.microsoft.com/office/drawing/2014/main" id="{4CA63723-5121-4C8C-B9F8-107CB06B1CF0}"/>
              </a:ext>
            </a:extLst>
          </p:cNvPr>
          <p:cNvSpPr>
            <a:spLocks noGrp="1"/>
          </p:cNvSpPr>
          <p:nvPr/>
        </p:nvSpPr>
        <p:spPr>
          <a:xfrm>
            <a:off x="9525000" y="4667250"/>
            <a:ext cx="704850" cy="209550"/>
          </a:xfrm>
          <a:prstGeom prst="rect">
            <a:avLst/>
          </a:prstGeom>
          <a:noFill/>
          <a:ln w="0">
            <a:noFill/>
            <a:prstDash val="solid"/>
          </a:ln>
        </p:spPr>
        <p:txBody>
          <a:bodyPr anchor="ctr"/>
          <a:lstStyle>
            <a:defPPr algn="l">
              <a:defRPr sz="900" b="1">
                <a:solidFill>
                  <a:srgbClr val="AAB4B6"/>
                </a:solidFill>
                <a:latin typeface="Arial"/>
                <a:ea typeface="Arial"/>
                <a:cs typeface="Arial"/>
              </a:defRPr>
            </a:defPPr>
          </a:lstStyle>
          <a:p>
            <a:pPr algn="l">
              <a:defRPr sz="900" b="1">
                <a:solidFill>
                  <a:srgbClr val="AAB4B6"/>
                </a:solidFill>
                <a:latin typeface="Arial"/>
                <a:ea typeface="Arial"/>
                <a:cs typeface="Arial"/>
              </a:defRPr>
            </a:pPr>
            <a:r>
              <a:rPr sz="900" b="1">
                <a:solidFill>
                  <a:srgbClr val="AAB4B6"/>
                </a:solidFill>
                <a:latin typeface="Arial"/>
                <a:ea typeface="Arial"/>
                <a:cs typeface="Arial"/>
              </a:rPr>
              <a:t>LOG</a:t>
            </a:r>
          </a:p>
        </p:txBody>
      </p:sp>
      <p:sp>
        <p:nvSpPr>
          <p:cNvPr id="24" name="Rectangle 23">
            <a:extLst>
              <a:ext uri="{FF2B5EF4-FFF2-40B4-BE49-F238E27FC236}">
                <a16:creationId xmlns:a16="http://schemas.microsoft.com/office/drawing/2014/main" id="{D91D5A1A-5225-4145-8459-A6E62089C3C5}"/>
              </a:ext>
            </a:extLst>
          </p:cNvPr>
          <p:cNvSpPr>
            <a:spLocks noGrp="1"/>
          </p:cNvSpPr>
          <p:nvPr/>
        </p:nvSpPr>
        <p:spPr>
          <a:xfrm>
            <a:off x="10382250" y="4667250"/>
            <a:ext cx="762000" cy="209550"/>
          </a:xfrm>
          <a:prstGeom prst="rect">
            <a:avLst/>
          </a:prstGeom>
          <a:noFill/>
          <a:ln w="0">
            <a:noFill/>
            <a:prstDash val="solid"/>
          </a:ln>
        </p:spPr>
        <p:txBody>
          <a:bodyPr anchor="ctr"/>
          <a:lstStyle>
            <a:defPPr algn="l">
              <a:defRPr sz="900" b="1">
                <a:solidFill>
                  <a:srgbClr val="AAB4B6"/>
                </a:solidFill>
                <a:latin typeface="Arial"/>
                <a:ea typeface="Arial"/>
                <a:cs typeface="Arial"/>
              </a:defRPr>
            </a:defPPr>
          </a:lstStyle>
          <a:p>
            <a:pPr algn="l">
              <a:defRPr sz="900" b="1">
                <a:solidFill>
                  <a:srgbClr val="AAB4B6"/>
                </a:solidFill>
                <a:latin typeface="Arial"/>
                <a:ea typeface="Arial"/>
                <a:cs typeface="Arial"/>
              </a:defRPr>
            </a:pPr>
            <a:r>
              <a:rPr sz="900" b="1">
                <a:solidFill>
                  <a:srgbClr val="AAB4B6"/>
                </a:solidFill>
                <a:latin typeface="Arial"/>
                <a:ea typeface="Arial"/>
                <a:cs typeface="Arial"/>
              </a:rPr>
              <a:t>REVIEW</a:t>
            </a:r>
          </a:p>
        </p:txBody>
      </p:sp>
      <p:sp>
        <p:nvSpPr>
          <p:cNvPr id="25" name="Rectangle 24">
            <a:extLst>
              <a:ext uri="{FF2B5EF4-FFF2-40B4-BE49-F238E27FC236}">
                <a16:creationId xmlns:a16="http://schemas.microsoft.com/office/drawing/2014/main" id="{B1A97985-0EE7-47C3-AF03-875D61F1652F}"/>
              </a:ext>
            </a:extLst>
          </p:cNvPr>
          <p:cNvSpPr>
            <a:spLocks noGrp="1"/>
          </p:cNvSpPr>
          <p:nvPr/>
        </p:nvSpPr>
        <p:spPr>
          <a:xfrm>
            <a:off x="8572500" y="4972050"/>
            <a:ext cx="2333625" cy="323850"/>
          </a:xfrm>
          <a:prstGeom prst="rect">
            <a:avLst/>
          </a:prstGeom>
          <a:noFill/>
          <a:ln w="0">
            <a:noFill/>
            <a:prstDash val="solid"/>
          </a:ln>
        </p:spPr>
        <p:txBody>
          <a:bodyPr anchor="ctr"/>
          <a:lstStyle>
            <a:defPPr algn="l">
              <a:defRPr sz="1125" b="0">
                <a:solidFill>
                  <a:srgbClr val="F4F6F5"/>
                </a:solidFill>
                <a:latin typeface="Arial"/>
                <a:ea typeface="Arial"/>
                <a:cs typeface="Arial"/>
              </a:defRPr>
            </a:defPPr>
          </a:lstStyle>
          <a:p>
            <a:pPr algn="l">
              <a:defRPr sz="1125" b="0">
                <a:solidFill>
                  <a:srgbClr val="F4F6F5"/>
                </a:solidFill>
                <a:latin typeface="Arial"/>
                <a:ea typeface="Arial"/>
                <a:cs typeface="Arial"/>
              </a:defRPr>
            </a:pPr>
            <a:r>
              <a:rPr sz="1125" b="0">
                <a:solidFill>
                  <a:srgbClr val="F4F6F5"/>
                </a:solidFill>
                <a:latin typeface="Arial"/>
                <a:ea typeface="Arial"/>
                <a:cs typeface="Arial"/>
              </a:rPr>
              <a:t>Local-first workout planning and history</a:t>
            </a:r>
          </a:p>
        </p:txBody>
      </p:sp>
      <p:sp>
        <p:nvSpPr>
          <p:cNvPr id="26" name="Rectangle 25">
            <a:extLst>
              <a:ext uri="{FF2B5EF4-FFF2-40B4-BE49-F238E27FC236}">
                <a16:creationId xmlns:a16="http://schemas.microsoft.com/office/drawing/2014/main" id="{AB57B8E9-B0FF-43DD-86B6-11CCBDBEF3D8}"/>
              </a:ext>
            </a:extLst>
          </p:cNvPr>
          <p:cNvSpPr>
            <a:spLocks noGrp="1"/>
          </p:cNvSpPr>
          <p:nvPr/>
        </p:nvSpPr>
        <p:spPr>
          <a:xfrm>
            <a:off x="609600" y="6419850"/>
            <a:ext cx="4762500" cy="171450"/>
          </a:xfrm>
          <a:prstGeom prst="rect">
            <a:avLst/>
          </a:prstGeom>
          <a:noFill/>
          <a:ln w="0">
            <a:noFill/>
            <a:prstDash val="solid"/>
          </a:ln>
        </p:spPr>
        <p:txBody>
          <a:bodyPr anchor="ctr"/>
          <a:lstStyle>
            <a:defPPr algn="l">
              <a:defRPr sz="825" b="1">
                <a:solidFill>
                  <a:srgbClr val="AAB4B6"/>
                </a:solidFill>
                <a:latin typeface="Arial"/>
                <a:ea typeface="Arial"/>
                <a:cs typeface="Arial"/>
              </a:defRPr>
            </a:defPPr>
          </a:lstStyle>
          <a:p>
            <a:pPr algn="l">
              <a:defRPr sz="825" b="1">
                <a:solidFill>
                  <a:srgbClr val="AAB4B6"/>
                </a:solidFill>
                <a:latin typeface="Arial"/>
                <a:ea typeface="Arial"/>
                <a:cs typeface="Arial"/>
              </a:defRPr>
            </a:pPr>
            <a:r>
              <a:rPr sz="825" b="1">
                <a:solidFill>
                  <a:srgbClr val="AAB4B6"/>
                </a:solidFill>
                <a:latin typeface="Arial"/>
                <a:ea typeface="Arial"/>
                <a:cs typeface="Arial"/>
              </a:rPr>
              <a:t>FITTRACK  /  FITNESS &amp; WELLNESS</a:t>
            </a:r>
          </a:p>
        </p:txBody>
      </p:sp>
      <p:sp>
        <p:nvSpPr>
          <p:cNvPr id="27" name="Rectangle 26">
            <a:extLst>
              <a:ext uri="{FF2B5EF4-FFF2-40B4-BE49-F238E27FC236}">
                <a16:creationId xmlns:a16="http://schemas.microsoft.com/office/drawing/2014/main" id="{583AAB09-D1AA-4045-BAE6-B624494A117C}"/>
              </a:ext>
            </a:extLst>
          </p:cNvPr>
          <p:cNvSpPr>
            <a:spLocks noGrp="1"/>
          </p:cNvSpPr>
          <p:nvPr/>
        </p:nvSpPr>
        <p:spPr>
          <a:xfrm>
            <a:off x="11096625" y="6400800"/>
            <a:ext cx="476250" cy="190500"/>
          </a:xfrm>
          <a:prstGeom prst="rect">
            <a:avLst/>
          </a:prstGeom>
          <a:noFill/>
          <a:ln w="0">
            <a:noFill/>
            <a:prstDash val="solid"/>
          </a:ln>
        </p:spPr>
        <p:txBody>
          <a:bodyPr anchor="ctr"/>
          <a:lstStyle>
            <a:defPPr algn="r">
              <a:defRPr sz="900" b="1">
                <a:solidFill>
                  <a:srgbClr val="C5F52A"/>
                </a:solidFill>
                <a:latin typeface="Arial"/>
                <a:ea typeface="Arial"/>
                <a:cs typeface="Arial"/>
              </a:defRPr>
            </a:defPPr>
          </a:lstStyle>
          <a:p>
            <a:pPr algn="r">
              <a:defRPr sz="900" b="1">
                <a:solidFill>
                  <a:srgbClr val="C5F52A"/>
                </a:solidFill>
                <a:latin typeface="Arial"/>
                <a:ea typeface="Arial"/>
                <a:cs typeface="Arial"/>
              </a:defRPr>
            </a:pPr>
            <a:r>
              <a:rPr sz="900" b="1">
                <a:solidFill>
                  <a:srgbClr val="C5F52A"/>
                </a:solidFill>
                <a:latin typeface="Arial"/>
                <a:ea typeface="Arial"/>
                <a:cs typeface="Arial"/>
              </a:rPr>
              <a:t>01</a:t>
            </a:r>
          </a:p>
        </p:txBody>
      </p:sp>
    </p:spTree>
    <p:extLst>
      <p:ext uri="{BB962C8B-B14F-4D97-AF65-F5344CB8AC3E}">
        <p14:creationId xmlns:p14="http://schemas.microsoft.com/office/powerpoint/2010/main" val="3946191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01214"/>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52C93EF0-8EBC-4E80-B443-33562011E7FA}"/>
              </a:ext>
            </a:extLst>
          </p:cNvPr>
          <p:cNvSpPr>
            <a:spLocks noGrp="1"/>
          </p:cNvSpPr>
          <p:nvPr/>
        </p:nvSpPr>
        <p:spPr>
          <a:xfrm>
            <a:off x="609600" y="361950"/>
            <a:ext cx="6667500" cy="209550"/>
          </a:xfrm>
          <a:prstGeom prst="rect">
            <a:avLst/>
          </a:prstGeom>
          <a:noFill/>
          <a:ln w="0">
            <a:noFill/>
            <a:prstDash val="solid"/>
          </a:ln>
        </p:spPr>
        <p:txBody>
          <a:bodyPr anchor="ctr"/>
          <a:lstStyle>
            <a:defPPr algn="l">
              <a:defRPr sz="975" b="1">
                <a:solidFill>
                  <a:srgbClr val="C5F52A"/>
                </a:solidFill>
                <a:latin typeface="Arial"/>
                <a:ea typeface="Arial"/>
                <a:cs typeface="Arial"/>
              </a:defRPr>
            </a:defPPr>
          </a:lstStyle>
          <a:p>
            <a:pPr algn="l">
              <a:defRPr sz="975" b="1">
                <a:solidFill>
                  <a:srgbClr val="C5F52A"/>
                </a:solidFill>
                <a:latin typeface="Arial"/>
                <a:ea typeface="Arial"/>
                <a:cs typeface="Arial"/>
              </a:defRPr>
            </a:pPr>
            <a:r>
              <a:rPr sz="975" b="1">
                <a:solidFill>
                  <a:srgbClr val="C5F52A"/>
                </a:solidFill>
                <a:latin typeface="Arial"/>
                <a:ea typeface="Arial"/>
                <a:cs typeface="Arial"/>
              </a:rPr>
              <a:t>PROJECT OVERVIEW</a:t>
            </a:r>
          </a:p>
        </p:txBody>
      </p:sp>
      <p:sp>
        <p:nvSpPr>
          <p:cNvPr id="2" name="Rectangle 1">
            <a:extLst>
              <a:ext uri="{FF2B5EF4-FFF2-40B4-BE49-F238E27FC236}">
                <a16:creationId xmlns:a16="http://schemas.microsoft.com/office/drawing/2014/main" id="{EF20A7F5-9D6D-467C-A380-E02A24188475}"/>
              </a:ext>
            </a:extLst>
          </p:cNvPr>
          <p:cNvSpPr>
            <a:spLocks noGrp="1"/>
          </p:cNvSpPr>
          <p:nvPr/>
        </p:nvSpPr>
        <p:spPr>
          <a:xfrm>
            <a:off x="609600" y="619125"/>
            <a:ext cx="10668000" cy="552450"/>
          </a:xfrm>
          <a:prstGeom prst="rect">
            <a:avLst/>
          </a:prstGeom>
          <a:noFill/>
          <a:ln w="0">
            <a:noFill/>
            <a:prstDash val="solid"/>
          </a:ln>
        </p:spPr>
        <p:txBody>
          <a:bodyPr anchor="ctr"/>
          <a:lstStyle>
            <a:defPPr algn="l">
              <a:defRPr sz="2850" b="1">
                <a:solidFill>
                  <a:srgbClr val="F4F6F5"/>
                </a:solidFill>
                <a:latin typeface="Arial"/>
                <a:ea typeface="Arial"/>
                <a:cs typeface="Arial"/>
              </a:defRPr>
            </a:defPPr>
          </a:lstStyle>
          <a:p>
            <a:pPr algn="l">
              <a:defRPr sz="2850" b="1">
                <a:solidFill>
                  <a:srgbClr val="F4F6F5"/>
                </a:solidFill>
                <a:latin typeface="Arial"/>
                <a:ea typeface="Arial"/>
                <a:cs typeface="Arial"/>
              </a:defRPr>
            </a:pPr>
            <a:r>
              <a:rPr sz="2850" b="1">
                <a:solidFill>
                  <a:srgbClr val="F4F6F5"/>
                </a:solidFill>
                <a:latin typeface="Arial"/>
                <a:ea typeface="Arial"/>
                <a:cs typeface="Arial"/>
              </a:rPr>
              <a:t>Abstract</a:t>
            </a:r>
          </a:p>
        </p:txBody>
      </p:sp>
      <p:sp>
        <p:nvSpPr>
          <p:cNvPr id="3" name="Rectangle 2">
            <a:extLst>
              <a:ext uri="{FF2B5EF4-FFF2-40B4-BE49-F238E27FC236}">
                <a16:creationId xmlns:a16="http://schemas.microsoft.com/office/drawing/2014/main" id="{5415704D-0940-4A93-912E-9AEC99BE9362}"/>
              </a:ext>
            </a:extLst>
          </p:cNvPr>
          <p:cNvSpPr>
            <a:spLocks noGrp="1"/>
          </p:cNvSpPr>
          <p:nvPr/>
        </p:nvSpPr>
        <p:spPr>
          <a:xfrm>
            <a:off x="609600" y="1304925"/>
            <a:ext cx="10972800" cy="9525"/>
          </a:xfrm>
          <a:prstGeom prst="rect">
            <a:avLst/>
          </a:prstGeom>
          <a:solidFill>
            <a:srgbClr val="343B40"/>
          </a:solidFill>
          <a:ln w="0">
            <a:solidFill>
              <a:srgbClr val="343B40"/>
            </a:solidFill>
            <a:prstDash val="solid"/>
          </a:ln>
        </p:spPr>
      </p:sp>
      <p:sp>
        <p:nvSpPr>
          <p:cNvPr id="4" name="Rectangle 3">
            <a:extLst>
              <a:ext uri="{FF2B5EF4-FFF2-40B4-BE49-F238E27FC236}">
                <a16:creationId xmlns:a16="http://schemas.microsoft.com/office/drawing/2014/main" id="{418F1DEA-6EAF-4E67-ADCD-3D5DAEE2A367}"/>
              </a:ext>
            </a:extLst>
          </p:cNvPr>
          <p:cNvSpPr>
            <a:spLocks noGrp="1"/>
          </p:cNvSpPr>
          <p:nvPr/>
        </p:nvSpPr>
        <p:spPr>
          <a:xfrm>
            <a:off x="609600" y="6419850"/>
            <a:ext cx="4762500" cy="171450"/>
          </a:xfrm>
          <a:prstGeom prst="rect">
            <a:avLst/>
          </a:prstGeom>
          <a:noFill/>
          <a:ln w="0">
            <a:noFill/>
            <a:prstDash val="solid"/>
          </a:ln>
        </p:spPr>
        <p:txBody>
          <a:bodyPr anchor="ctr"/>
          <a:lstStyle>
            <a:defPPr algn="l">
              <a:defRPr sz="825" b="1">
                <a:solidFill>
                  <a:srgbClr val="AAB4B6"/>
                </a:solidFill>
                <a:latin typeface="Arial"/>
                <a:ea typeface="Arial"/>
                <a:cs typeface="Arial"/>
              </a:defRPr>
            </a:defPPr>
          </a:lstStyle>
          <a:p>
            <a:pPr algn="l">
              <a:defRPr sz="825" b="1">
                <a:solidFill>
                  <a:srgbClr val="AAB4B6"/>
                </a:solidFill>
                <a:latin typeface="Arial"/>
                <a:ea typeface="Arial"/>
                <a:cs typeface="Arial"/>
              </a:defRPr>
            </a:pPr>
            <a:r>
              <a:rPr sz="825" b="1">
                <a:solidFill>
                  <a:srgbClr val="AAB4B6"/>
                </a:solidFill>
                <a:latin typeface="Arial"/>
                <a:ea typeface="Arial"/>
                <a:cs typeface="Arial"/>
              </a:rPr>
              <a:t>FITTRACK  /  FITNESS &amp; WELLNESS</a:t>
            </a:r>
          </a:p>
        </p:txBody>
      </p:sp>
      <p:sp>
        <p:nvSpPr>
          <p:cNvPr id="5" name="Rectangle 4">
            <a:extLst>
              <a:ext uri="{FF2B5EF4-FFF2-40B4-BE49-F238E27FC236}">
                <a16:creationId xmlns:a16="http://schemas.microsoft.com/office/drawing/2014/main" id="{298C5B9A-5C26-45BE-8F22-E739CFF147AC}"/>
              </a:ext>
            </a:extLst>
          </p:cNvPr>
          <p:cNvSpPr>
            <a:spLocks noGrp="1"/>
          </p:cNvSpPr>
          <p:nvPr/>
        </p:nvSpPr>
        <p:spPr>
          <a:xfrm>
            <a:off x="11096625" y="6400800"/>
            <a:ext cx="476250" cy="190500"/>
          </a:xfrm>
          <a:prstGeom prst="rect">
            <a:avLst/>
          </a:prstGeom>
          <a:noFill/>
          <a:ln w="0">
            <a:noFill/>
            <a:prstDash val="solid"/>
          </a:ln>
        </p:spPr>
        <p:txBody>
          <a:bodyPr anchor="ctr"/>
          <a:lstStyle>
            <a:defPPr algn="r">
              <a:defRPr sz="900" b="1">
                <a:solidFill>
                  <a:srgbClr val="C5F52A"/>
                </a:solidFill>
                <a:latin typeface="Arial"/>
                <a:ea typeface="Arial"/>
                <a:cs typeface="Arial"/>
              </a:defRPr>
            </a:defPPr>
          </a:lstStyle>
          <a:p>
            <a:pPr algn="r">
              <a:defRPr sz="900" b="1">
                <a:solidFill>
                  <a:srgbClr val="C5F52A"/>
                </a:solidFill>
                <a:latin typeface="Arial"/>
                <a:ea typeface="Arial"/>
                <a:cs typeface="Arial"/>
              </a:defRPr>
            </a:pPr>
            <a:r>
              <a:rPr sz="900" b="1">
                <a:solidFill>
                  <a:srgbClr val="C5F52A"/>
                </a:solidFill>
                <a:latin typeface="Arial"/>
                <a:ea typeface="Arial"/>
                <a:cs typeface="Arial"/>
              </a:rPr>
              <a:t>02</a:t>
            </a:r>
          </a:p>
        </p:txBody>
      </p:sp>
      <p:sp>
        <p:nvSpPr>
          <p:cNvPr id="6" name="Rectangle 5">
            <a:extLst>
              <a:ext uri="{FF2B5EF4-FFF2-40B4-BE49-F238E27FC236}">
                <a16:creationId xmlns:a16="http://schemas.microsoft.com/office/drawing/2014/main" id="{B2A7614B-01B2-44FC-BA08-9CC888022A06}"/>
              </a:ext>
            </a:extLst>
          </p:cNvPr>
          <p:cNvSpPr>
            <a:spLocks noGrp="1"/>
          </p:cNvSpPr>
          <p:nvPr/>
        </p:nvSpPr>
        <p:spPr>
          <a:xfrm>
            <a:off x="609600" y="1600200"/>
            <a:ext cx="10287000" cy="533400"/>
          </a:xfrm>
          <a:prstGeom prst="rect">
            <a:avLst/>
          </a:prstGeom>
          <a:noFill/>
          <a:ln w="0">
            <a:noFill/>
            <a:prstDash val="solid"/>
          </a:ln>
        </p:spPr>
        <p:txBody>
          <a:bodyPr anchor="ctr"/>
          <a:lstStyle>
            <a:defPPr algn="l">
              <a:defRPr sz="2025" b="1">
                <a:solidFill>
                  <a:srgbClr val="F4F6F5"/>
                </a:solidFill>
                <a:latin typeface="Arial"/>
                <a:ea typeface="Arial"/>
                <a:cs typeface="Arial"/>
              </a:defRPr>
            </a:defPPr>
          </a:lstStyle>
          <a:p>
            <a:pPr algn="l">
              <a:defRPr sz="2025" b="1">
                <a:solidFill>
                  <a:srgbClr val="F4F6F5"/>
                </a:solidFill>
                <a:latin typeface="Arial"/>
                <a:ea typeface="Arial"/>
                <a:cs typeface="Arial"/>
              </a:defRPr>
            </a:pPr>
            <a:r>
              <a:rPr sz="2025" b="1">
                <a:solidFill>
                  <a:srgbClr val="F4F6F5"/>
                </a:solidFill>
                <a:latin typeface="Arial"/>
                <a:ea typeface="Arial"/>
                <a:cs typeface="Arial"/>
              </a:rPr>
              <a:t>FitTrack brings workout planning and session tracking into one simple browser interface.</a:t>
            </a:r>
          </a:p>
        </p:txBody>
      </p:sp>
      <p:sp>
        <p:nvSpPr>
          <p:cNvPr id="7" name="Rectangle 6">
            <a:extLst>
              <a:ext uri="{FF2B5EF4-FFF2-40B4-BE49-F238E27FC236}">
                <a16:creationId xmlns:a16="http://schemas.microsoft.com/office/drawing/2014/main" id="{F525ECB2-77BC-45B6-AC0D-A4EA54217CCA}"/>
              </a:ext>
            </a:extLst>
          </p:cNvPr>
          <p:cNvSpPr>
            <a:spLocks noGrp="1"/>
          </p:cNvSpPr>
          <p:nvPr/>
        </p:nvSpPr>
        <p:spPr>
          <a:xfrm>
            <a:off x="609600" y="2266950"/>
            <a:ext cx="10363200" cy="666750"/>
          </a:xfrm>
          <a:prstGeom prst="rect">
            <a:avLst/>
          </a:prstGeom>
          <a:noFill/>
          <a:ln w="0">
            <a:noFill/>
            <a:prstDash val="solid"/>
          </a:ln>
        </p:spPr>
        <p:txBody>
          <a:bodyPr anchor="ctr"/>
          <a:lstStyle>
            <a:defPPr algn="l">
              <a:defRPr sz="1575" b="0">
                <a:solidFill>
                  <a:srgbClr val="AAB4B6"/>
                </a:solidFill>
                <a:latin typeface="Arial"/>
                <a:ea typeface="Arial"/>
                <a:cs typeface="Arial"/>
              </a:defRPr>
            </a:defPPr>
          </a:lstStyle>
          <a:p>
            <a:pPr algn="l">
              <a:defRPr sz="1575" b="0">
                <a:solidFill>
                  <a:srgbClr val="AAB4B6"/>
                </a:solidFill>
                <a:latin typeface="Arial"/>
                <a:ea typeface="Arial"/>
                <a:cs typeface="Arial"/>
              </a:defRPr>
            </a:pPr>
            <a:r>
              <a:rPr sz="1575" b="0">
                <a:solidFill>
                  <a:srgbClr val="AAB4B6"/>
                </a:solidFill>
                <a:latin typeface="Arial"/>
                <a:ea typeface="Arial"/>
                <a:cs typeface="Arial"/>
              </a:rPr>
              <a:t>Users can browse a built-in exercise library, create reusable routines, log sets during a workout, and review completed sessions from the dashboard.</a:t>
            </a:r>
          </a:p>
        </p:txBody>
      </p:sp>
      <p:sp>
        <p:nvSpPr>
          <p:cNvPr id="8" name="Rectangle: Rounded Corners 7">
            <a:extLst>
              <a:ext uri="{FF2B5EF4-FFF2-40B4-BE49-F238E27FC236}">
                <a16:creationId xmlns:a16="http://schemas.microsoft.com/office/drawing/2014/main" id="{69CD692F-5926-471A-888D-8C79B25728E4}"/>
              </a:ext>
            </a:extLst>
          </p:cNvPr>
          <p:cNvSpPr>
            <a:spLocks noGrp="1"/>
          </p:cNvSpPr>
          <p:nvPr/>
        </p:nvSpPr>
        <p:spPr>
          <a:xfrm>
            <a:off x="609600" y="3524250"/>
            <a:ext cx="3371850" cy="1971675"/>
          </a:xfrm>
          <a:prstGeom prst="roundRect">
            <a:avLst>
              <a:gd name="adj" fmla="val 5797"/>
            </a:avLst>
          </a:prstGeom>
          <a:solidFill>
            <a:srgbClr val="191D20"/>
          </a:solidFill>
          <a:ln w="9525">
            <a:solidFill>
              <a:srgbClr val="343B40"/>
            </a:solidFill>
            <a:prstDash val="solid"/>
          </a:ln>
        </p:spPr>
      </p:sp>
      <p:sp>
        <p:nvSpPr>
          <p:cNvPr id="9" name="Rectangle 8">
            <a:extLst>
              <a:ext uri="{FF2B5EF4-FFF2-40B4-BE49-F238E27FC236}">
                <a16:creationId xmlns:a16="http://schemas.microsoft.com/office/drawing/2014/main" id="{328F704E-606F-455A-9E8D-1F55070E67D2}"/>
              </a:ext>
            </a:extLst>
          </p:cNvPr>
          <p:cNvSpPr>
            <a:spLocks noGrp="1"/>
          </p:cNvSpPr>
          <p:nvPr/>
        </p:nvSpPr>
        <p:spPr>
          <a:xfrm>
            <a:off x="838200" y="3714750"/>
            <a:ext cx="647700" cy="381000"/>
          </a:xfrm>
          <a:prstGeom prst="rect">
            <a:avLst/>
          </a:prstGeom>
          <a:noFill/>
          <a:ln w="0">
            <a:noFill/>
            <a:prstDash val="solid"/>
          </a:ln>
        </p:spPr>
        <p:txBody>
          <a:bodyPr anchor="ctr"/>
          <a:lstStyle>
            <a:defPPr algn="l">
              <a:defRPr sz="1875" b="1">
                <a:solidFill>
                  <a:srgbClr val="C5F52A"/>
                </a:solidFill>
                <a:latin typeface="Arial"/>
                <a:ea typeface="Arial"/>
                <a:cs typeface="Arial"/>
              </a:defRPr>
            </a:defPPr>
          </a:lstStyle>
          <a:p>
            <a:pPr algn="l">
              <a:defRPr sz="1875" b="1">
                <a:solidFill>
                  <a:srgbClr val="C5F52A"/>
                </a:solidFill>
                <a:latin typeface="Arial"/>
                <a:ea typeface="Arial"/>
                <a:cs typeface="Arial"/>
              </a:defRPr>
            </a:pPr>
            <a:r>
              <a:rPr sz="1875" b="1">
                <a:solidFill>
                  <a:srgbClr val="C5F52A"/>
                </a:solidFill>
                <a:latin typeface="Arial"/>
                <a:ea typeface="Arial"/>
                <a:cs typeface="Arial"/>
              </a:rPr>
              <a:t>01</a:t>
            </a:r>
          </a:p>
        </p:txBody>
      </p:sp>
      <p:sp>
        <p:nvSpPr>
          <p:cNvPr id="10" name="Rectangle 9">
            <a:extLst>
              <a:ext uri="{FF2B5EF4-FFF2-40B4-BE49-F238E27FC236}">
                <a16:creationId xmlns:a16="http://schemas.microsoft.com/office/drawing/2014/main" id="{70AB6334-616E-40E0-9964-BB759F730649}"/>
              </a:ext>
            </a:extLst>
          </p:cNvPr>
          <p:cNvSpPr>
            <a:spLocks noGrp="1"/>
          </p:cNvSpPr>
          <p:nvPr/>
        </p:nvSpPr>
        <p:spPr>
          <a:xfrm>
            <a:off x="838200" y="4181475"/>
            <a:ext cx="2857500" cy="266700"/>
          </a:xfrm>
          <a:prstGeom prst="rect">
            <a:avLst/>
          </a:prstGeom>
          <a:noFill/>
          <a:ln w="0">
            <a:noFill/>
            <a:prstDash val="solid"/>
          </a:ln>
        </p:spPr>
        <p:txBody>
          <a:bodyPr anchor="ctr"/>
          <a:lstStyle>
            <a:defPPr algn="l">
              <a:defRPr sz="1275" b="1">
                <a:solidFill>
                  <a:srgbClr val="F4F6F5"/>
                </a:solidFill>
                <a:latin typeface="Arial"/>
                <a:ea typeface="Arial"/>
                <a:cs typeface="Arial"/>
              </a:defRPr>
            </a:defPPr>
          </a:lstStyle>
          <a:p>
            <a:pPr algn="l">
              <a:defRPr sz="1275" b="1">
                <a:solidFill>
                  <a:srgbClr val="F4F6F5"/>
                </a:solidFill>
                <a:latin typeface="Arial"/>
                <a:ea typeface="Arial"/>
                <a:cs typeface="Arial"/>
              </a:defRPr>
            </a:pPr>
            <a:r>
              <a:rPr sz="1275" b="1">
                <a:solidFill>
                  <a:srgbClr val="F4F6F5"/>
                </a:solidFill>
                <a:latin typeface="Arial"/>
                <a:ea typeface="Arial"/>
                <a:cs typeface="Arial"/>
              </a:rPr>
              <a:t>PLAN</a:t>
            </a:r>
          </a:p>
        </p:txBody>
      </p:sp>
      <p:sp>
        <p:nvSpPr>
          <p:cNvPr id="11" name="Rectangle 10">
            <a:extLst>
              <a:ext uri="{FF2B5EF4-FFF2-40B4-BE49-F238E27FC236}">
                <a16:creationId xmlns:a16="http://schemas.microsoft.com/office/drawing/2014/main" id="{62C28AD9-9AF0-4C7A-9D9E-D4D7CFDEAC4F}"/>
              </a:ext>
            </a:extLst>
          </p:cNvPr>
          <p:cNvSpPr>
            <a:spLocks noGrp="1"/>
          </p:cNvSpPr>
          <p:nvPr/>
        </p:nvSpPr>
        <p:spPr>
          <a:xfrm>
            <a:off x="838200" y="4581525"/>
            <a:ext cx="2876550" cy="628650"/>
          </a:xfrm>
          <a:prstGeom prst="rect">
            <a:avLst/>
          </a:prstGeom>
          <a:noFill/>
          <a:ln w="0">
            <a:noFill/>
            <a:prstDash val="solid"/>
          </a:ln>
        </p:spPr>
        <p:txBody>
          <a:bodyPr anchor="ctr"/>
          <a:lstStyle>
            <a:defPPr algn="l">
              <a:defRPr sz="1350" b="0">
                <a:solidFill>
                  <a:srgbClr val="AAB4B6"/>
                </a:solidFill>
                <a:latin typeface="Arial"/>
                <a:ea typeface="Arial"/>
                <a:cs typeface="Arial"/>
              </a:defRPr>
            </a:defPPr>
          </a:lstStyle>
          <a:p>
            <a:pPr algn="l">
              <a:defRPr sz="1350" b="0">
                <a:solidFill>
                  <a:srgbClr val="AAB4B6"/>
                </a:solidFill>
                <a:latin typeface="Arial"/>
                <a:ea typeface="Arial"/>
                <a:cs typeface="Arial"/>
              </a:defRPr>
            </a:pPr>
            <a:r>
              <a:rPr sz="1350" b="0">
                <a:solidFill>
                  <a:srgbClr val="AAB4B6"/>
                </a:solidFill>
                <a:latin typeface="Arial"/>
                <a:ea typeface="Arial"/>
                <a:cs typeface="Arial"/>
              </a:rPr>
              <a:t>Build routines from exercises, equipment, and target sets.</a:t>
            </a:r>
          </a:p>
        </p:txBody>
      </p:sp>
      <p:sp>
        <p:nvSpPr>
          <p:cNvPr id="12" name="Rectangle: Rounded Corners 11">
            <a:extLst>
              <a:ext uri="{FF2B5EF4-FFF2-40B4-BE49-F238E27FC236}">
                <a16:creationId xmlns:a16="http://schemas.microsoft.com/office/drawing/2014/main" id="{B16FE924-4750-4F1E-B624-833DDE2EC1D3}"/>
              </a:ext>
            </a:extLst>
          </p:cNvPr>
          <p:cNvSpPr>
            <a:spLocks noGrp="1"/>
          </p:cNvSpPr>
          <p:nvPr/>
        </p:nvSpPr>
        <p:spPr>
          <a:xfrm>
            <a:off x="4286250" y="3524250"/>
            <a:ext cx="3371850" cy="1971675"/>
          </a:xfrm>
          <a:prstGeom prst="roundRect">
            <a:avLst>
              <a:gd name="adj" fmla="val 5797"/>
            </a:avLst>
          </a:prstGeom>
          <a:solidFill>
            <a:srgbClr val="191D20"/>
          </a:solidFill>
          <a:ln w="9525">
            <a:solidFill>
              <a:srgbClr val="343B40"/>
            </a:solidFill>
            <a:prstDash val="solid"/>
          </a:ln>
        </p:spPr>
      </p:sp>
      <p:sp>
        <p:nvSpPr>
          <p:cNvPr id="13" name="Rectangle 12">
            <a:extLst>
              <a:ext uri="{FF2B5EF4-FFF2-40B4-BE49-F238E27FC236}">
                <a16:creationId xmlns:a16="http://schemas.microsoft.com/office/drawing/2014/main" id="{6585B2CB-C610-4699-A390-98BA181F95E8}"/>
              </a:ext>
            </a:extLst>
          </p:cNvPr>
          <p:cNvSpPr>
            <a:spLocks noGrp="1"/>
          </p:cNvSpPr>
          <p:nvPr/>
        </p:nvSpPr>
        <p:spPr>
          <a:xfrm>
            <a:off x="4514850" y="3714750"/>
            <a:ext cx="647700" cy="381000"/>
          </a:xfrm>
          <a:prstGeom prst="rect">
            <a:avLst/>
          </a:prstGeom>
          <a:noFill/>
          <a:ln w="0">
            <a:noFill/>
            <a:prstDash val="solid"/>
          </a:ln>
        </p:spPr>
        <p:txBody>
          <a:bodyPr anchor="ctr"/>
          <a:lstStyle>
            <a:defPPr algn="l">
              <a:defRPr sz="1875" b="1">
                <a:solidFill>
                  <a:srgbClr val="C5F52A"/>
                </a:solidFill>
                <a:latin typeface="Arial"/>
                <a:ea typeface="Arial"/>
                <a:cs typeface="Arial"/>
              </a:defRPr>
            </a:defPPr>
          </a:lstStyle>
          <a:p>
            <a:pPr algn="l">
              <a:defRPr sz="1875" b="1">
                <a:solidFill>
                  <a:srgbClr val="C5F52A"/>
                </a:solidFill>
                <a:latin typeface="Arial"/>
                <a:ea typeface="Arial"/>
                <a:cs typeface="Arial"/>
              </a:defRPr>
            </a:pPr>
            <a:r>
              <a:rPr sz="1875" b="1">
                <a:solidFill>
                  <a:srgbClr val="C5F52A"/>
                </a:solidFill>
                <a:latin typeface="Arial"/>
                <a:ea typeface="Arial"/>
                <a:cs typeface="Arial"/>
              </a:rPr>
              <a:t>02</a:t>
            </a:r>
          </a:p>
        </p:txBody>
      </p:sp>
      <p:sp>
        <p:nvSpPr>
          <p:cNvPr id="14" name="Rectangle 13">
            <a:extLst>
              <a:ext uri="{FF2B5EF4-FFF2-40B4-BE49-F238E27FC236}">
                <a16:creationId xmlns:a16="http://schemas.microsoft.com/office/drawing/2014/main" id="{12D9030D-1F93-41A4-A0EB-A56D56F47B8D}"/>
              </a:ext>
            </a:extLst>
          </p:cNvPr>
          <p:cNvSpPr>
            <a:spLocks noGrp="1"/>
          </p:cNvSpPr>
          <p:nvPr/>
        </p:nvSpPr>
        <p:spPr>
          <a:xfrm>
            <a:off x="4514850" y="4181475"/>
            <a:ext cx="2857500" cy="266700"/>
          </a:xfrm>
          <a:prstGeom prst="rect">
            <a:avLst/>
          </a:prstGeom>
          <a:noFill/>
          <a:ln w="0">
            <a:noFill/>
            <a:prstDash val="solid"/>
          </a:ln>
        </p:spPr>
        <p:txBody>
          <a:bodyPr anchor="ctr"/>
          <a:lstStyle>
            <a:defPPr algn="l">
              <a:defRPr sz="1275" b="1">
                <a:solidFill>
                  <a:srgbClr val="F4F6F5"/>
                </a:solidFill>
                <a:latin typeface="Arial"/>
                <a:ea typeface="Arial"/>
                <a:cs typeface="Arial"/>
              </a:defRPr>
            </a:defPPr>
          </a:lstStyle>
          <a:p>
            <a:pPr algn="l">
              <a:defRPr sz="1275" b="1">
                <a:solidFill>
                  <a:srgbClr val="F4F6F5"/>
                </a:solidFill>
                <a:latin typeface="Arial"/>
                <a:ea typeface="Arial"/>
                <a:cs typeface="Arial"/>
              </a:defRPr>
            </a:pPr>
            <a:r>
              <a:rPr sz="1275" b="1">
                <a:solidFill>
                  <a:srgbClr val="F4F6F5"/>
                </a:solidFill>
                <a:latin typeface="Arial"/>
                <a:ea typeface="Arial"/>
                <a:cs typeface="Arial"/>
              </a:rPr>
              <a:t>TRACK</a:t>
            </a:r>
          </a:p>
        </p:txBody>
      </p:sp>
      <p:sp>
        <p:nvSpPr>
          <p:cNvPr id="15" name="Rectangle 14">
            <a:extLst>
              <a:ext uri="{FF2B5EF4-FFF2-40B4-BE49-F238E27FC236}">
                <a16:creationId xmlns:a16="http://schemas.microsoft.com/office/drawing/2014/main" id="{C9923215-7194-4456-82EB-D427222BF966}"/>
              </a:ext>
            </a:extLst>
          </p:cNvPr>
          <p:cNvSpPr>
            <a:spLocks noGrp="1"/>
          </p:cNvSpPr>
          <p:nvPr/>
        </p:nvSpPr>
        <p:spPr>
          <a:xfrm>
            <a:off x="4514850" y="4581525"/>
            <a:ext cx="2876550" cy="628650"/>
          </a:xfrm>
          <a:prstGeom prst="rect">
            <a:avLst/>
          </a:prstGeom>
          <a:noFill/>
          <a:ln w="0">
            <a:noFill/>
            <a:prstDash val="solid"/>
          </a:ln>
        </p:spPr>
        <p:txBody>
          <a:bodyPr anchor="ctr"/>
          <a:lstStyle>
            <a:defPPr algn="l">
              <a:defRPr sz="1350" b="0">
                <a:solidFill>
                  <a:srgbClr val="AAB4B6"/>
                </a:solidFill>
                <a:latin typeface="Arial"/>
                <a:ea typeface="Arial"/>
                <a:cs typeface="Arial"/>
              </a:defRPr>
            </a:defPPr>
          </a:lstStyle>
          <a:p>
            <a:pPr algn="l">
              <a:defRPr sz="1350" b="0">
                <a:solidFill>
                  <a:srgbClr val="AAB4B6"/>
                </a:solidFill>
                <a:latin typeface="Arial"/>
                <a:ea typeface="Arial"/>
                <a:cs typeface="Arial"/>
              </a:defRPr>
            </a:pPr>
            <a:r>
              <a:rPr sz="1350" b="0">
                <a:solidFill>
                  <a:srgbClr val="AAB4B6"/>
                </a:solidFill>
                <a:latin typeface="Arial"/>
                <a:ea typeface="Arial"/>
                <a:cs typeface="Arial"/>
              </a:rPr>
              <a:t>Record sets and reps while a session is in progress.</a:t>
            </a:r>
          </a:p>
        </p:txBody>
      </p:sp>
      <p:sp>
        <p:nvSpPr>
          <p:cNvPr id="16" name="Rectangle: Rounded Corners 15">
            <a:extLst>
              <a:ext uri="{FF2B5EF4-FFF2-40B4-BE49-F238E27FC236}">
                <a16:creationId xmlns:a16="http://schemas.microsoft.com/office/drawing/2014/main" id="{E7223D01-10D3-4127-9132-8DC953C73B4C}"/>
              </a:ext>
            </a:extLst>
          </p:cNvPr>
          <p:cNvSpPr>
            <a:spLocks noGrp="1"/>
          </p:cNvSpPr>
          <p:nvPr/>
        </p:nvSpPr>
        <p:spPr>
          <a:xfrm>
            <a:off x="7962900" y="3524250"/>
            <a:ext cx="3371850" cy="1971675"/>
          </a:xfrm>
          <a:prstGeom prst="roundRect">
            <a:avLst>
              <a:gd name="adj" fmla="val 5797"/>
            </a:avLst>
          </a:prstGeom>
          <a:solidFill>
            <a:srgbClr val="191D20"/>
          </a:solidFill>
          <a:ln w="9525">
            <a:solidFill>
              <a:srgbClr val="343B40"/>
            </a:solidFill>
            <a:prstDash val="solid"/>
          </a:ln>
        </p:spPr>
      </p:sp>
      <p:sp>
        <p:nvSpPr>
          <p:cNvPr id="17" name="Rectangle 16">
            <a:extLst>
              <a:ext uri="{FF2B5EF4-FFF2-40B4-BE49-F238E27FC236}">
                <a16:creationId xmlns:a16="http://schemas.microsoft.com/office/drawing/2014/main" id="{509C9998-DC1F-4059-BD65-74A91A0D0417}"/>
              </a:ext>
            </a:extLst>
          </p:cNvPr>
          <p:cNvSpPr>
            <a:spLocks noGrp="1"/>
          </p:cNvSpPr>
          <p:nvPr/>
        </p:nvSpPr>
        <p:spPr>
          <a:xfrm>
            <a:off x="8191500" y="3714750"/>
            <a:ext cx="647700" cy="381000"/>
          </a:xfrm>
          <a:prstGeom prst="rect">
            <a:avLst/>
          </a:prstGeom>
          <a:noFill/>
          <a:ln w="0">
            <a:noFill/>
            <a:prstDash val="solid"/>
          </a:ln>
        </p:spPr>
        <p:txBody>
          <a:bodyPr anchor="ctr"/>
          <a:lstStyle>
            <a:defPPr algn="l">
              <a:defRPr sz="1875" b="1">
                <a:solidFill>
                  <a:srgbClr val="C5F52A"/>
                </a:solidFill>
                <a:latin typeface="Arial"/>
                <a:ea typeface="Arial"/>
                <a:cs typeface="Arial"/>
              </a:defRPr>
            </a:defPPr>
          </a:lstStyle>
          <a:p>
            <a:pPr algn="l">
              <a:defRPr sz="1875" b="1">
                <a:solidFill>
                  <a:srgbClr val="C5F52A"/>
                </a:solidFill>
                <a:latin typeface="Arial"/>
                <a:ea typeface="Arial"/>
                <a:cs typeface="Arial"/>
              </a:defRPr>
            </a:pPr>
            <a:r>
              <a:rPr sz="1875" b="1">
                <a:solidFill>
                  <a:srgbClr val="C5F52A"/>
                </a:solidFill>
                <a:latin typeface="Arial"/>
                <a:ea typeface="Arial"/>
                <a:cs typeface="Arial"/>
              </a:rPr>
              <a:t>03</a:t>
            </a:r>
          </a:p>
        </p:txBody>
      </p:sp>
      <p:sp>
        <p:nvSpPr>
          <p:cNvPr id="18" name="Rectangle 17">
            <a:extLst>
              <a:ext uri="{FF2B5EF4-FFF2-40B4-BE49-F238E27FC236}">
                <a16:creationId xmlns:a16="http://schemas.microsoft.com/office/drawing/2014/main" id="{8759168F-81F0-48CC-B455-78CAE66AE462}"/>
              </a:ext>
            </a:extLst>
          </p:cNvPr>
          <p:cNvSpPr>
            <a:spLocks noGrp="1"/>
          </p:cNvSpPr>
          <p:nvPr/>
        </p:nvSpPr>
        <p:spPr>
          <a:xfrm>
            <a:off x="8191500" y="4181475"/>
            <a:ext cx="2857500" cy="266700"/>
          </a:xfrm>
          <a:prstGeom prst="rect">
            <a:avLst/>
          </a:prstGeom>
          <a:noFill/>
          <a:ln w="0">
            <a:noFill/>
            <a:prstDash val="solid"/>
          </a:ln>
        </p:spPr>
        <p:txBody>
          <a:bodyPr anchor="ctr"/>
          <a:lstStyle>
            <a:defPPr algn="l">
              <a:defRPr sz="1275" b="1">
                <a:solidFill>
                  <a:srgbClr val="F4F6F5"/>
                </a:solidFill>
                <a:latin typeface="Arial"/>
                <a:ea typeface="Arial"/>
                <a:cs typeface="Arial"/>
              </a:defRPr>
            </a:defPPr>
          </a:lstStyle>
          <a:p>
            <a:pPr algn="l">
              <a:defRPr sz="1275" b="1">
                <a:solidFill>
                  <a:srgbClr val="F4F6F5"/>
                </a:solidFill>
                <a:latin typeface="Arial"/>
                <a:ea typeface="Arial"/>
                <a:cs typeface="Arial"/>
              </a:defRPr>
            </a:pPr>
            <a:r>
              <a:rPr sz="1275" b="1">
                <a:solidFill>
                  <a:srgbClr val="F4F6F5"/>
                </a:solidFill>
                <a:latin typeface="Arial"/>
                <a:ea typeface="Arial"/>
                <a:cs typeface="Arial"/>
              </a:rPr>
              <a:t>REVIEW</a:t>
            </a:r>
          </a:p>
        </p:txBody>
      </p:sp>
      <p:sp>
        <p:nvSpPr>
          <p:cNvPr id="19" name="Rectangle 18">
            <a:extLst>
              <a:ext uri="{FF2B5EF4-FFF2-40B4-BE49-F238E27FC236}">
                <a16:creationId xmlns:a16="http://schemas.microsoft.com/office/drawing/2014/main" id="{AF952285-6C3E-4E5C-B0C1-9FCA5E7FE83B}"/>
              </a:ext>
            </a:extLst>
          </p:cNvPr>
          <p:cNvSpPr>
            <a:spLocks noGrp="1"/>
          </p:cNvSpPr>
          <p:nvPr/>
        </p:nvSpPr>
        <p:spPr>
          <a:xfrm>
            <a:off x="8191500" y="4581525"/>
            <a:ext cx="2876550" cy="628650"/>
          </a:xfrm>
          <a:prstGeom prst="rect">
            <a:avLst/>
          </a:prstGeom>
          <a:noFill/>
          <a:ln w="0">
            <a:noFill/>
            <a:prstDash val="solid"/>
          </a:ln>
        </p:spPr>
        <p:txBody>
          <a:bodyPr anchor="ctr"/>
          <a:lstStyle>
            <a:defPPr algn="l">
              <a:defRPr sz="1350" b="0">
                <a:solidFill>
                  <a:srgbClr val="AAB4B6"/>
                </a:solidFill>
                <a:latin typeface="Arial"/>
                <a:ea typeface="Arial"/>
                <a:cs typeface="Arial"/>
              </a:defRPr>
            </a:defPPr>
          </a:lstStyle>
          <a:p>
            <a:pPr algn="l">
              <a:defRPr sz="1350" b="0">
                <a:solidFill>
                  <a:srgbClr val="AAB4B6"/>
                </a:solidFill>
                <a:latin typeface="Arial"/>
                <a:ea typeface="Arial"/>
                <a:cs typeface="Arial"/>
              </a:defRPr>
            </a:pPr>
            <a:r>
              <a:rPr sz="1350" b="0">
                <a:solidFill>
                  <a:srgbClr val="AAB4B6"/>
                </a:solidFill>
                <a:latin typeface="Arial"/>
                <a:ea typeface="Arial"/>
                <a:cs typeface="Arial"/>
              </a:rPr>
              <a:t>See completed workouts and weekly training summaries.</a:t>
            </a:r>
          </a:p>
        </p:txBody>
      </p:sp>
      <p:sp>
        <p:nvSpPr>
          <p:cNvPr id="20" name="Rectangle: Rounded Corners 19">
            <a:extLst>
              <a:ext uri="{FF2B5EF4-FFF2-40B4-BE49-F238E27FC236}">
                <a16:creationId xmlns:a16="http://schemas.microsoft.com/office/drawing/2014/main" id="{521519A8-C60A-46D8-ADAD-119B46110B0B}"/>
              </a:ext>
            </a:extLst>
          </p:cNvPr>
          <p:cNvSpPr>
            <a:spLocks noGrp="1"/>
          </p:cNvSpPr>
          <p:nvPr/>
        </p:nvSpPr>
        <p:spPr>
          <a:xfrm>
            <a:off x="609600" y="5810250"/>
            <a:ext cx="10972800" cy="323850"/>
          </a:xfrm>
          <a:prstGeom prst="roundRect">
            <a:avLst>
              <a:gd name="adj" fmla="val 17647"/>
            </a:avLst>
          </a:prstGeom>
          <a:solidFill>
            <a:srgbClr val="20262A"/>
          </a:solidFill>
          <a:ln w="9525">
            <a:solidFill>
              <a:srgbClr val="343B40"/>
            </a:solidFill>
            <a:prstDash val="solid"/>
          </a:ln>
        </p:spPr>
      </p:sp>
      <p:sp>
        <p:nvSpPr>
          <p:cNvPr id="21" name="Rectangle 20">
            <a:extLst>
              <a:ext uri="{FF2B5EF4-FFF2-40B4-BE49-F238E27FC236}">
                <a16:creationId xmlns:a16="http://schemas.microsoft.com/office/drawing/2014/main" id="{F52F5604-0D75-4807-B008-EA14EA975C67}"/>
              </a:ext>
            </a:extLst>
          </p:cNvPr>
          <p:cNvSpPr>
            <a:spLocks noGrp="1"/>
          </p:cNvSpPr>
          <p:nvPr/>
        </p:nvSpPr>
        <p:spPr>
          <a:xfrm>
            <a:off x="781050" y="5829300"/>
            <a:ext cx="10572750" cy="285750"/>
          </a:xfrm>
          <a:prstGeom prst="rect">
            <a:avLst/>
          </a:prstGeom>
          <a:noFill/>
          <a:ln w="0">
            <a:noFill/>
            <a:prstDash val="solid"/>
          </a:ln>
        </p:spPr>
        <p:txBody>
          <a:bodyPr anchor="ctr"/>
          <a:lstStyle>
            <a:defPPr algn="l">
              <a:defRPr sz="1125" b="0">
                <a:solidFill>
                  <a:srgbClr val="F4F6F5"/>
                </a:solidFill>
                <a:latin typeface="Arial"/>
                <a:ea typeface="Arial"/>
                <a:cs typeface="Arial"/>
              </a:defRPr>
            </a:defPPr>
          </a:lstStyle>
          <a:p>
            <a:pPr algn="l">
              <a:defRPr sz="1125" b="0">
                <a:solidFill>
                  <a:srgbClr val="F4F6F5"/>
                </a:solidFill>
                <a:latin typeface="Arial"/>
                <a:ea typeface="Arial"/>
                <a:cs typeface="Arial"/>
              </a:defRPr>
            </a:pPr>
            <a:r>
              <a:rPr sz="1125" b="0">
                <a:solidFill>
                  <a:srgbClr val="F4F6F5"/>
                </a:solidFill>
                <a:latin typeface="Arial"/>
                <a:ea typeface="Arial"/>
                <a:cs typeface="Arial"/>
              </a:rPr>
              <a:t>Project focus: consistent workout planning with progress data saved in the browser.</a:t>
            </a:r>
          </a:p>
        </p:txBody>
      </p:sp>
    </p:spTree>
    <p:extLst>
      <p:ext uri="{BB962C8B-B14F-4D97-AF65-F5344CB8AC3E}">
        <p14:creationId xmlns:p14="http://schemas.microsoft.com/office/powerpoint/2010/main" val="19543926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01214"/>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AB0B16B6-F144-4681-A560-86294319DF48}"/>
              </a:ext>
            </a:extLst>
          </p:cNvPr>
          <p:cNvSpPr>
            <a:spLocks noGrp="1"/>
          </p:cNvSpPr>
          <p:nvPr/>
        </p:nvSpPr>
        <p:spPr>
          <a:xfrm>
            <a:off x="609600" y="361950"/>
            <a:ext cx="6667500" cy="209550"/>
          </a:xfrm>
          <a:prstGeom prst="rect">
            <a:avLst/>
          </a:prstGeom>
          <a:noFill/>
          <a:ln w="0">
            <a:noFill/>
            <a:prstDash val="solid"/>
          </a:ln>
        </p:spPr>
        <p:txBody>
          <a:bodyPr anchor="ctr"/>
          <a:lstStyle>
            <a:defPPr algn="l">
              <a:defRPr sz="975" b="1">
                <a:solidFill>
                  <a:srgbClr val="C5F52A"/>
                </a:solidFill>
                <a:latin typeface="Arial"/>
                <a:ea typeface="Arial"/>
                <a:cs typeface="Arial"/>
              </a:defRPr>
            </a:defPPr>
          </a:lstStyle>
          <a:p>
            <a:pPr algn="l">
              <a:defRPr sz="975" b="1">
                <a:solidFill>
                  <a:srgbClr val="C5F52A"/>
                </a:solidFill>
                <a:latin typeface="Arial"/>
                <a:ea typeface="Arial"/>
                <a:cs typeface="Arial"/>
              </a:defRPr>
            </a:pPr>
            <a:r>
              <a:rPr sz="975" b="1">
                <a:solidFill>
                  <a:srgbClr val="C5F52A"/>
                </a:solidFill>
                <a:latin typeface="Arial"/>
                <a:ea typeface="Arial"/>
                <a:cs typeface="Arial"/>
              </a:rPr>
              <a:t>RUN ENVIRONMENT</a:t>
            </a:r>
          </a:p>
        </p:txBody>
      </p:sp>
      <p:sp>
        <p:nvSpPr>
          <p:cNvPr id="2" name="Rectangle 1">
            <a:extLst>
              <a:ext uri="{FF2B5EF4-FFF2-40B4-BE49-F238E27FC236}">
                <a16:creationId xmlns:a16="http://schemas.microsoft.com/office/drawing/2014/main" id="{415CD24D-B4C1-4FEC-81D6-AED30C967200}"/>
              </a:ext>
            </a:extLst>
          </p:cNvPr>
          <p:cNvSpPr>
            <a:spLocks noGrp="1"/>
          </p:cNvSpPr>
          <p:nvPr/>
        </p:nvSpPr>
        <p:spPr>
          <a:xfrm>
            <a:off x="609600" y="619125"/>
            <a:ext cx="10668000" cy="552450"/>
          </a:xfrm>
          <a:prstGeom prst="rect">
            <a:avLst/>
          </a:prstGeom>
          <a:noFill/>
          <a:ln w="0">
            <a:noFill/>
            <a:prstDash val="solid"/>
          </a:ln>
        </p:spPr>
        <p:txBody>
          <a:bodyPr anchor="ctr"/>
          <a:lstStyle>
            <a:defPPr algn="l">
              <a:defRPr sz="2850" b="1">
                <a:solidFill>
                  <a:srgbClr val="F4F6F5"/>
                </a:solidFill>
                <a:latin typeface="Arial"/>
                <a:ea typeface="Arial"/>
                <a:cs typeface="Arial"/>
              </a:defRPr>
            </a:defPPr>
          </a:lstStyle>
          <a:p>
            <a:pPr algn="l">
              <a:defRPr sz="2850" b="1">
                <a:solidFill>
                  <a:srgbClr val="F4F6F5"/>
                </a:solidFill>
                <a:latin typeface="Arial"/>
                <a:ea typeface="Arial"/>
                <a:cs typeface="Arial"/>
              </a:defRPr>
            </a:pPr>
            <a:r>
              <a:rPr sz="2850" b="1">
                <a:solidFill>
                  <a:srgbClr val="F4F6F5"/>
                </a:solidFill>
                <a:latin typeface="Arial"/>
                <a:ea typeface="Arial"/>
                <a:cs typeface="Arial"/>
              </a:rPr>
              <a:t>Software Requirements</a:t>
            </a:r>
          </a:p>
        </p:txBody>
      </p:sp>
      <p:sp>
        <p:nvSpPr>
          <p:cNvPr id="3" name="Rectangle 2">
            <a:extLst>
              <a:ext uri="{FF2B5EF4-FFF2-40B4-BE49-F238E27FC236}">
                <a16:creationId xmlns:a16="http://schemas.microsoft.com/office/drawing/2014/main" id="{7967A0B9-3CB3-44B6-AE97-7DA817EF336F}"/>
              </a:ext>
            </a:extLst>
          </p:cNvPr>
          <p:cNvSpPr>
            <a:spLocks noGrp="1"/>
          </p:cNvSpPr>
          <p:nvPr/>
        </p:nvSpPr>
        <p:spPr>
          <a:xfrm>
            <a:off x="609600" y="1304925"/>
            <a:ext cx="10972800" cy="9525"/>
          </a:xfrm>
          <a:prstGeom prst="rect">
            <a:avLst/>
          </a:prstGeom>
          <a:solidFill>
            <a:srgbClr val="343B40"/>
          </a:solidFill>
          <a:ln w="0">
            <a:solidFill>
              <a:srgbClr val="343B40"/>
            </a:solidFill>
            <a:prstDash val="solid"/>
          </a:ln>
        </p:spPr>
      </p:sp>
      <p:sp>
        <p:nvSpPr>
          <p:cNvPr id="4" name="Rectangle 3">
            <a:extLst>
              <a:ext uri="{FF2B5EF4-FFF2-40B4-BE49-F238E27FC236}">
                <a16:creationId xmlns:a16="http://schemas.microsoft.com/office/drawing/2014/main" id="{05574EEC-D3BE-46E5-9946-49304A550834}"/>
              </a:ext>
            </a:extLst>
          </p:cNvPr>
          <p:cNvSpPr>
            <a:spLocks noGrp="1"/>
          </p:cNvSpPr>
          <p:nvPr/>
        </p:nvSpPr>
        <p:spPr>
          <a:xfrm>
            <a:off x="609600" y="6419850"/>
            <a:ext cx="4762500" cy="171450"/>
          </a:xfrm>
          <a:prstGeom prst="rect">
            <a:avLst/>
          </a:prstGeom>
          <a:noFill/>
          <a:ln w="0">
            <a:noFill/>
            <a:prstDash val="solid"/>
          </a:ln>
        </p:spPr>
        <p:txBody>
          <a:bodyPr anchor="ctr"/>
          <a:lstStyle>
            <a:defPPr algn="l">
              <a:defRPr sz="825" b="1">
                <a:solidFill>
                  <a:srgbClr val="AAB4B6"/>
                </a:solidFill>
                <a:latin typeface="Arial"/>
                <a:ea typeface="Arial"/>
                <a:cs typeface="Arial"/>
              </a:defRPr>
            </a:defPPr>
          </a:lstStyle>
          <a:p>
            <a:pPr algn="l">
              <a:defRPr sz="825" b="1">
                <a:solidFill>
                  <a:srgbClr val="AAB4B6"/>
                </a:solidFill>
                <a:latin typeface="Arial"/>
                <a:ea typeface="Arial"/>
                <a:cs typeface="Arial"/>
              </a:defRPr>
            </a:pPr>
            <a:r>
              <a:rPr sz="825" b="1">
                <a:solidFill>
                  <a:srgbClr val="AAB4B6"/>
                </a:solidFill>
                <a:latin typeface="Arial"/>
                <a:ea typeface="Arial"/>
                <a:cs typeface="Arial"/>
              </a:rPr>
              <a:t>FITTRACK  /  FITNESS &amp; WELLNESS</a:t>
            </a:r>
          </a:p>
        </p:txBody>
      </p:sp>
      <p:sp>
        <p:nvSpPr>
          <p:cNvPr id="5" name="Rectangle 4">
            <a:extLst>
              <a:ext uri="{FF2B5EF4-FFF2-40B4-BE49-F238E27FC236}">
                <a16:creationId xmlns:a16="http://schemas.microsoft.com/office/drawing/2014/main" id="{5531B4EB-3FF4-45AA-A30B-78B4C0E9B5C0}"/>
              </a:ext>
            </a:extLst>
          </p:cNvPr>
          <p:cNvSpPr>
            <a:spLocks noGrp="1"/>
          </p:cNvSpPr>
          <p:nvPr/>
        </p:nvSpPr>
        <p:spPr>
          <a:xfrm>
            <a:off x="11096625" y="6400800"/>
            <a:ext cx="476250" cy="190500"/>
          </a:xfrm>
          <a:prstGeom prst="rect">
            <a:avLst/>
          </a:prstGeom>
          <a:noFill/>
          <a:ln w="0">
            <a:noFill/>
            <a:prstDash val="solid"/>
          </a:ln>
        </p:spPr>
        <p:txBody>
          <a:bodyPr anchor="ctr"/>
          <a:lstStyle>
            <a:defPPr algn="r">
              <a:defRPr sz="900" b="1">
                <a:solidFill>
                  <a:srgbClr val="C5F52A"/>
                </a:solidFill>
                <a:latin typeface="Arial"/>
                <a:ea typeface="Arial"/>
                <a:cs typeface="Arial"/>
              </a:defRPr>
            </a:defPPr>
          </a:lstStyle>
          <a:p>
            <a:pPr algn="r">
              <a:defRPr sz="900" b="1">
                <a:solidFill>
                  <a:srgbClr val="C5F52A"/>
                </a:solidFill>
                <a:latin typeface="Arial"/>
                <a:ea typeface="Arial"/>
                <a:cs typeface="Arial"/>
              </a:defRPr>
            </a:pPr>
            <a:r>
              <a:rPr sz="900" b="1">
                <a:solidFill>
                  <a:srgbClr val="C5F52A"/>
                </a:solidFill>
                <a:latin typeface="Arial"/>
                <a:ea typeface="Arial"/>
                <a:cs typeface="Arial"/>
              </a:rPr>
              <a:t>03</a:t>
            </a:r>
          </a:p>
        </p:txBody>
      </p:sp>
      <p:sp>
        <p:nvSpPr>
          <p:cNvPr id="6" name="Rectangle: Rounded Corners 5">
            <a:extLst>
              <a:ext uri="{FF2B5EF4-FFF2-40B4-BE49-F238E27FC236}">
                <a16:creationId xmlns:a16="http://schemas.microsoft.com/office/drawing/2014/main" id="{59BB7B76-F060-4BD8-93C5-C4335F05FDFA}"/>
              </a:ext>
            </a:extLst>
          </p:cNvPr>
          <p:cNvSpPr>
            <a:spLocks noGrp="1"/>
          </p:cNvSpPr>
          <p:nvPr/>
        </p:nvSpPr>
        <p:spPr>
          <a:xfrm>
            <a:off x="609600" y="1581150"/>
            <a:ext cx="10972800" cy="552450"/>
          </a:xfrm>
          <a:prstGeom prst="roundRect">
            <a:avLst>
              <a:gd name="adj" fmla="val 10345"/>
            </a:avLst>
          </a:prstGeom>
          <a:solidFill>
            <a:srgbClr val="191D20"/>
          </a:solidFill>
          <a:ln w="9525">
            <a:solidFill>
              <a:srgbClr val="343B40"/>
            </a:solidFill>
            <a:prstDash val="solid"/>
          </a:ln>
        </p:spPr>
      </p:sp>
      <p:sp>
        <p:nvSpPr>
          <p:cNvPr id="7" name="Rectangle 6">
            <a:extLst>
              <a:ext uri="{FF2B5EF4-FFF2-40B4-BE49-F238E27FC236}">
                <a16:creationId xmlns:a16="http://schemas.microsoft.com/office/drawing/2014/main" id="{6BD54198-43CF-41D1-B4CB-BCE40520FAE8}"/>
              </a:ext>
            </a:extLst>
          </p:cNvPr>
          <p:cNvSpPr>
            <a:spLocks noGrp="1"/>
          </p:cNvSpPr>
          <p:nvPr/>
        </p:nvSpPr>
        <p:spPr>
          <a:xfrm>
            <a:off x="800100" y="1628775"/>
            <a:ext cx="2381250" cy="457200"/>
          </a:xfrm>
          <a:prstGeom prst="rect">
            <a:avLst/>
          </a:prstGeom>
          <a:noFill/>
          <a:ln w="0">
            <a:noFill/>
            <a:prstDash val="solid"/>
          </a:ln>
        </p:spPr>
        <p:txBody>
          <a:bodyPr anchor="ctr"/>
          <a:lstStyle>
            <a:defPPr algn="l">
              <a:defRPr sz="1275" b="1">
                <a:solidFill>
                  <a:srgbClr val="C5F52A"/>
                </a:solidFill>
                <a:latin typeface="Arial"/>
                <a:ea typeface="Arial"/>
                <a:cs typeface="Arial"/>
              </a:defRPr>
            </a:defPPr>
          </a:lstStyle>
          <a:p>
            <a:pPr algn="l">
              <a:defRPr sz="1275" b="1">
                <a:solidFill>
                  <a:srgbClr val="C5F52A"/>
                </a:solidFill>
                <a:latin typeface="Arial"/>
                <a:ea typeface="Arial"/>
                <a:cs typeface="Arial"/>
              </a:defRPr>
            </a:pPr>
            <a:r>
              <a:rPr sz="1275" b="1">
                <a:solidFill>
                  <a:srgbClr val="C5F52A"/>
                </a:solidFill>
                <a:latin typeface="Arial"/>
                <a:ea typeface="Arial"/>
                <a:cs typeface="Arial"/>
              </a:rPr>
              <a:t>Application</a:t>
            </a:r>
          </a:p>
        </p:txBody>
      </p:sp>
      <p:sp>
        <p:nvSpPr>
          <p:cNvPr id="8" name="Rectangle 7">
            <a:extLst>
              <a:ext uri="{FF2B5EF4-FFF2-40B4-BE49-F238E27FC236}">
                <a16:creationId xmlns:a16="http://schemas.microsoft.com/office/drawing/2014/main" id="{ACD18615-ABB6-488B-87A6-C8EFF547ACFA}"/>
              </a:ext>
            </a:extLst>
          </p:cNvPr>
          <p:cNvSpPr>
            <a:spLocks noGrp="1"/>
          </p:cNvSpPr>
          <p:nvPr/>
        </p:nvSpPr>
        <p:spPr>
          <a:xfrm>
            <a:off x="3333750" y="1628775"/>
            <a:ext cx="7905750" cy="457200"/>
          </a:xfrm>
          <a:prstGeom prst="rect">
            <a:avLst/>
          </a:prstGeom>
          <a:noFill/>
          <a:ln w="0">
            <a:noFill/>
            <a:prstDash val="solid"/>
          </a:ln>
        </p:spPr>
        <p:txBody>
          <a:bodyPr anchor="ctr"/>
          <a:lstStyle>
            <a:defPPr algn="l">
              <a:defRPr sz="1350" b="0">
                <a:solidFill>
                  <a:srgbClr val="F4F6F5"/>
                </a:solidFill>
                <a:latin typeface="Arial"/>
                <a:ea typeface="Arial"/>
                <a:cs typeface="Arial"/>
              </a:defRPr>
            </a:defPPr>
          </a:lstStyle>
          <a:p>
            <a:pPr algn="l">
              <a:defRPr sz="1350" b="0">
                <a:solidFill>
                  <a:srgbClr val="F4F6F5"/>
                </a:solidFill>
                <a:latin typeface="Arial"/>
                <a:ea typeface="Arial"/>
                <a:cs typeface="Arial"/>
              </a:defRPr>
            </a:pPr>
            <a:r>
              <a:rPr sz="1350" b="0">
                <a:solidFill>
                  <a:srgbClr val="F4F6F5"/>
                </a:solidFill>
                <a:latin typeface="Arial"/>
                <a:ea typeface="Arial"/>
                <a:cs typeface="Arial"/>
              </a:rPr>
              <a:t>FitTrack single-page web application</a:t>
            </a:r>
          </a:p>
        </p:txBody>
      </p:sp>
      <p:sp>
        <p:nvSpPr>
          <p:cNvPr id="9" name="Rectangle: Rounded Corners 8">
            <a:extLst>
              <a:ext uri="{FF2B5EF4-FFF2-40B4-BE49-F238E27FC236}">
                <a16:creationId xmlns:a16="http://schemas.microsoft.com/office/drawing/2014/main" id="{7F77D3B1-FBCE-4BF0-8066-1D96F8D31C55}"/>
              </a:ext>
            </a:extLst>
          </p:cNvPr>
          <p:cNvSpPr>
            <a:spLocks noGrp="1"/>
          </p:cNvSpPr>
          <p:nvPr/>
        </p:nvSpPr>
        <p:spPr>
          <a:xfrm>
            <a:off x="609600" y="2247900"/>
            <a:ext cx="10972800" cy="552450"/>
          </a:xfrm>
          <a:prstGeom prst="roundRect">
            <a:avLst>
              <a:gd name="adj" fmla="val 10345"/>
            </a:avLst>
          </a:prstGeom>
          <a:solidFill>
            <a:srgbClr val="101214"/>
          </a:solidFill>
          <a:ln w="9525">
            <a:solidFill>
              <a:srgbClr val="343B40"/>
            </a:solidFill>
            <a:prstDash val="solid"/>
          </a:ln>
        </p:spPr>
      </p:sp>
      <p:sp>
        <p:nvSpPr>
          <p:cNvPr id="10" name="Rectangle 9">
            <a:extLst>
              <a:ext uri="{FF2B5EF4-FFF2-40B4-BE49-F238E27FC236}">
                <a16:creationId xmlns:a16="http://schemas.microsoft.com/office/drawing/2014/main" id="{8635FB4D-5BE0-492B-AD44-09E3D8D622DD}"/>
              </a:ext>
            </a:extLst>
          </p:cNvPr>
          <p:cNvSpPr>
            <a:spLocks noGrp="1"/>
          </p:cNvSpPr>
          <p:nvPr/>
        </p:nvSpPr>
        <p:spPr>
          <a:xfrm>
            <a:off x="800100" y="2295525"/>
            <a:ext cx="2381250" cy="457200"/>
          </a:xfrm>
          <a:prstGeom prst="rect">
            <a:avLst/>
          </a:prstGeom>
          <a:noFill/>
          <a:ln w="0">
            <a:noFill/>
            <a:prstDash val="solid"/>
          </a:ln>
        </p:spPr>
        <p:txBody>
          <a:bodyPr anchor="ctr"/>
          <a:lstStyle>
            <a:defPPr algn="l">
              <a:defRPr sz="1275" b="1">
                <a:solidFill>
                  <a:srgbClr val="C5F52A"/>
                </a:solidFill>
                <a:latin typeface="Arial"/>
                <a:ea typeface="Arial"/>
                <a:cs typeface="Arial"/>
              </a:defRPr>
            </a:defPPr>
          </a:lstStyle>
          <a:p>
            <a:pPr algn="l">
              <a:defRPr sz="1275" b="1">
                <a:solidFill>
                  <a:srgbClr val="C5F52A"/>
                </a:solidFill>
                <a:latin typeface="Arial"/>
                <a:ea typeface="Arial"/>
                <a:cs typeface="Arial"/>
              </a:defRPr>
            </a:pPr>
            <a:r>
              <a:rPr sz="1275" b="1">
                <a:solidFill>
                  <a:srgbClr val="C5F52A"/>
                </a:solidFill>
                <a:latin typeface="Arial"/>
                <a:ea typeface="Arial"/>
                <a:cs typeface="Arial"/>
              </a:rPr>
              <a:t>Frontend</a:t>
            </a:r>
          </a:p>
        </p:txBody>
      </p:sp>
      <p:sp>
        <p:nvSpPr>
          <p:cNvPr id="11" name="Rectangle 10">
            <a:extLst>
              <a:ext uri="{FF2B5EF4-FFF2-40B4-BE49-F238E27FC236}">
                <a16:creationId xmlns:a16="http://schemas.microsoft.com/office/drawing/2014/main" id="{43BC5079-5EB8-4F42-932F-D930022554E7}"/>
              </a:ext>
            </a:extLst>
          </p:cNvPr>
          <p:cNvSpPr>
            <a:spLocks noGrp="1"/>
          </p:cNvSpPr>
          <p:nvPr/>
        </p:nvSpPr>
        <p:spPr>
          <a:xfrm>
            <a:off x="3333750" y="2295525"/>
            <a:ext cx="7905750" cy="457200"/>
          </a:xfrm>
          <a:prstGeom prst="rect">
            <a:avLst/>
          </a:prstGeom>
          <a:noFill/>
          <a:ln w="0">
            <a:noFill/>
            <a:prstDash val="solid"/>
          </a:ln>
        </p:spPr>
        <p:txBody>
          <a:bodyPr anchor="ctr"/>
          <a:lstStyle>
            <a:defPPr algn="l">
              <a:defRPr sz="1350" b="0">
                <a:solidFill>
                  <a:srgbClr val="F4F6F5"/>
                </a:solidFill>
                <a:latin typeface="Arial"/>
                <a:ea typeface="Arial"/>
                <a:cs typeface="Arial"/>
              </a:defRPr>
            </a:defPPr>
          </a:lstStyle>
          <a:p>
            <a:pPr algn="l">
              <a:defRPr sz="1350" b="0">
                <a:solidFill>
                  <a:srgbClr val="F4F6F5"/>
                </a:solidFill>
                <a:latin typeface="Arial"/>
                <a:ea typeface="Arial"/>
                <a:cs typeface="Arial"/>
              </a:defRPr>
            </a:pPr>
            <a:r>
              <a:rPr sz="1350" b="0">
                <a:solidFill>
                  <a:srgbClr val="F4F6F5"/>
                </a:solidFill>
                <a:latin typeface="Arial"/>
                <a:ea typeface="Arial"/>
                <a:cs typeface="Arial"/>
              </a:rPr>
              <a:t>React 18 or later; React DOM</a:t>
            </a:r>
          </a:p>
        </p:txBody>
      </p:sp>
      <p:sp>
        <p:nvSpPr>
          <p:cNvPr id="12" name="Rectangle: Rounded Corners 11">
            <a:extLst>
              <a:ext uri="{FF2B5EF4-FFF2-40B4-BE49-F238E27FC236}">
                <a16:creationId xmlns:a16="http://schemas.microsoft.com/office/drawing/2014/main" id="{57294004-CC6D-4D01-84DB-9AC115147E33}"/>
              </a:ext>
            </a:extLst>
          </p:cNvPr>
          <p:cNvSpPr>
            <a:spLocks noGrp="1"/>
          </p:cNvSpPr>
          <p:nvPr/>
        </p:nvSpPr>
        <p:spPr>
          <a:xfrm>
            <a:off x="609600" y="2914650"/>
            <a:ext cx="10972800" cy="552450"/>
          </a:xfrm>
          <a:prstGeom prst="roundRect">
            <a:avLst>
              <a:gd name="adj" fmla="val 10345"/>
            </a:avLst>
          </a:prstGeom>
          <a:solidFill>
            <a:srgbClr val="191D20"/>
          </a:solidFill>
          <a:ln w="9525">
            <a:solidFill>
              <a:srgbClr val="343B40"/>
            </a:solidFill>
            <a:prstDash val="solid"/>
          </a:ln>
        </p:spPr>
      </p:sp>
      <p:sp>
        <p:nvSpPr>
          <p:cNvPr id="13" name="Rectangle 12">
            <a:extLst>
              <a:ext uri="{FF2B5EF4-FFF2-40B4-BE49-F238E27FC236}">
                <a16:creationId xmlns:a16="http://schemas.microsoft.com/office/drawing/2014/main" id="{AEFF8D2A-93C6-462F-BC2B-FB4627A84822}"/>
              </a:ext>
            </a:extLst>
          </p:cNvPr>
          <p:cNvSpPr>
            <a:spLocks noGrp="1"/>
          </p:cNvSpPr>
          <p:nvPr/>
        </p:nvSpPr>
        <p:spPr>
          <a:xfrm>
            <a:off x="800100" y="2962275"/>
            <a:ext cx="2381250" cy="457200"/>
          </a:xfrm>
          <a:prstGeom prst="rect">
            <a:avLst/>
          </a:prstGeom>
          <a:noFill/>
          <a:ln w="0">
            <a:noFill/>
            <a:prstDash val="solid"/>
          </a:ln>
        </p:spPr>
        <p:txBody>
          <a:bodyPr anchor="ctr"/>
          <a:lstStyle>
            <a:defPPr algn="l">
              <a:defRPr sz="1275" b="1">
                <a:solidFill>
                  <a:srgbClr val="C5F52A"/>
                </a:solidFill>
                <a:latin typeface="Arial"/>
                <a:ea typeface="Arial"/>
                <a:cs typeface="Arial"/>
              </a:defRPr>
            </a:defPPr>
          </a:lstStyle>
          <a:p>
            <a:pPr algn="l">
              <a:defRPr sz="1275" b="1">
                <a:solidFill>
                  <a:srgbClr val="C5F52A"/>
                </a:solidFill>
                <a:latin typeface="Arial"/>
                <a:ea typeface="Arial"/>
                <a:cs typeface="Arial"/>
              </a:defRPr>
            </a:pPr>
            <a:r>
              <a:rPr sz="1275" b="1">
                <a:solidFill>
                  <a:srgbClr val="C5F52A"/>
                </a:solidFill>
                <a:latin typeface="Arial"/>
                <a:ea typeface="Arial"/>
                <a:cs typeface="Arial"/>
              </a:rPr>
              <a:t>Runtime / setup</a:t>
            </a:r>
          </a:p>
        </p:txBody>
      </p:sp>
      <p:sp>
        <p:nvSpPr>
          <p:cNvPr id="14" name="Rectangle 13">
            <a:extLst>
              <a:ext uri="{FF2B5EF4-FFF2-40B4-BE49-F238E27FC236}">
                <a16:creationId xmlns:a16="http://schemas.microsoft.com/office/drawing/2014/main" id="{D802DC09-51E2-488B-890B-F8453DE2CD2B}"/>
              </a:ext>
            </a:extLst>
          </p:cNvPr>
          <p:cNvSpPr>
            <a:spLocks noGrp="1"/>
          </p:cNvSpPr>
          <p:nvPr/>
        </p:nvSpPr>
        <p:spPr>
          <a:xfrm>
            <a:off x="3333750" y="2962275"/>
            <a:ext cx="7905750" cy="457200"/>
          </a:xfrm>
          <a:prstGeom prst="rect">
            <a:avLst/>
          </a:prstGeom>
          <a:noFill/>
          <a:ln w="0">
            <a:noFill/>
            <a:prstDash val="solid"/>
          </a:ln>
        </p:spPr>
        <p:txBody>
          <a:bodyPr anchor="ctr"/>
          <a:lstStyle>
            <a:defPPr algn="l">
              <a:defRPr sz="1350" b="0">
                <a:solidFill>
                  <a:srgbClr val="F4F6F5"/>
                </a:solidFill>
                <a:latin typeface="Arial"/>
                <a:ea typeface="Arial"/>
                <a:cs typeface="Arial"/>
              </a:defRPr>
            </a:defPPr>
          </a:lstStyle>
          <a:p>
            <a:pPr algn="l">
              <a:defRPr sz="1350" b="0">
                <a:solidFill>
                  <a:srgbClr val="F4F6F5"/>
                </a:solidFill>
                <a:latin typeface="Arial"/>
                <a:ea typeface="Arial"/>
                <a:cs typeface="Arial"/>
              </a:defRPr>
            </a:pPr>
            <a:r>
              <a:rPr sz="1350" b="0">
                <a:solidFill>
                  <a:srgbClr val="F4F6F5"/>
                </a:solidFill>
                <a:latin typeface="Arial"/>
                <a:ea typeface="Arial"/>
                <a:cs typeface="Arial"/>
              </a:rPr>
              <a:t>Node.js with npm for development and dependency installation</a:t>
            </a:r>
          </a:p>
        </p:txBody>
      </p:sp>
      <p:sp>
        <p:nvSpPr>
          <p:cNvPr id="15" name="Rectangle: Rounded Corners 14">
            <a:extLst>
              <a:ext uri="{FF2B5EF4-FFF2-40B4-BE49-F238E27FC236}">
                <a16:creationId xmlns:a16="http://schemas.microsoft.com/office/drawing/2014/main" id="{818B9356-D473-4CED-8CC3-BA4CC8AAD7CD}"/>
              </a:ext>
            </a:extLst>
          </p:cNvPr>
          <p:cNvSpPr>
            <a:spLocks noGrp="1"/>
          </p:cNvSpPr>
          <p:nvPr/>
        </p:nvSpPr>
        <p:spPr>
          <a:xfrm>
            <a:off x="609600" y="3581400"/>
            <a:ext cx="10972800" cy="552450"/>
          </a:xfrm>
          <a:prstGeom prst="roundRect">
            <a:avLst>
              <a:gd name="adj" fmla="val 10345"/>
            </a:avLst>
          </a:prstGeom>
          <a:solidFill>
            <a:srgbClr val="101214"/>
          </a:solidFill>
          <a:ln w="9525">
            <a:solidFill>
              <a:srgbClr val="343B40"/>
            </a:solidFill>
            <a:prstDash val="solid"/>
          </a:ln>
        </p:spPr>
      </p:sp>
      <p:sp>
        <p:nvSpPr>
          <p:cNvPr id="16" name="Rectangle 15">
            <a:extLst>
              <a:ext uri="{FF2B5EF4-FFF2-40B4-BE49-F238E27FC236}">
                <a16:creationId xmlns:a16="http://schemas.microsoft.com/office/drawing/2014/main" id="{6A48916C-1636-406F-8A98-8B24F8B15EF8}"/>
              </a:ext>
            </a:extLst>
          </p:cNvPr>
          <p:cNvSpPr>
            <a:spLocks noGrp="1"/>
          </p:cNvSpPr>
          <p:nvPr/>
        </p:nvSpPr>
        <p:spPr>
          <a:xfrm>
            <a:off x="800100" y="3629025"/>
            <a:ext cx="2381250" cy="457200"/>
          </a:xfrm>
          <a:prstGeom prst="rect">
            <a:avLst/>
          </a:prstGeom>
          <a:noFill/>
          <a:ln w="0">
            <a:noFill/>
            <a:prstDash val="solid"/>
          </a:ln>
        </p:spPr>
        <p:txBody>
          <a:bodyPr anchor="ctr"/>
          <a:lstStyle>
            <a:defPPr algn="l">
              <a:defRPr sz="1275" b="1">
                <a:solidFill>
                  <a:srgbClr val="C5F52A"/>
                </a:solidFill>
                <a:latin typeface="Arial"/>
                <a:ea typeface="Arial"/>
                <a:cs typeface="Arial"/>
              </a:defRPr>
            </a:defPPr>
          </a:lstStyle>
          <a:p>
            <a:pPr algn="l">
              <a:defRPr sz="1275" b="1">
                <a:solidFill>
                  <a:srgbClr val="C5F52A"/>
                </a:solidFill>
                <a:latin typeface="Arial"/>
                <a:ea typeface="Arial"/>
                <a:cs typeface="Arial"/>
              </a:defRPr>
            </a:pPr>
            <a:r>
              <a:rPr sz="1275" b="1">
                <a:solidFill>
                  <a:srgbClr val="C5F52A"/>
                </a:solidFill>
                <a:latin typeface="Arial"/>
                <a:ea typeface="Arial"/>
                <a:cs typeface="Arial"/>
              </a:rPr>
              <a:t>Browser</a:t>
            </a:r>
          </a:p>
        </p:txBody>
      </p:sp>
      <p:sp>
        <p:nvSpPr>
          <p:cNvPr id="17" name="Rectangle 16">
            <a:extLst>
              <a:ext uri="{FF2B5EF4-FFF2-40B4-BE49-F238E27FC236}">
                <a16:creationId xmlns:a16="http://schemas.microsoft.com/office/drawing/2014/main" id="{B89C3E40-D9C8-42D3-9EC7-CC5B29BC30A2}"/>
              </a:ext>
            </a:extLst>
          </p:cNvPr>
          <p:cNvSpPr>
            <a:spLocks noGrp="1"/>
          </p:cNvSpPr>
          <p:nvPr/>
        </p:nvSpPr>
        <p:spPr>
          <a:xfrm>
            <a:off x="3333750" y="3629025"/>
            <a:ext cx="7905750" cy="457200"/>
          </a:xfrm>
          <a:prstGeom prst="rect">
            <a:avLst/>
          </a:prstGeom>
          <a:noFill/>
          <a:ln w="0">
            <a:noFill/>
            <a:prstDash val="solid"/>
          </a:ln>
        </p:spPr>
        <p:txBody>
          <a:bodyPr anchor="ctr"/>
          <a:lstStyle>
            <a:defPPr algn="l">
              <a:defRPr sz="1350" b="0">
                <a:solidFill>
                  <a:srgbClr val="F4F6F5"/>
                </a:solidFill>
                <a:latin typeface="Arial"/>
                <a:ea typeface="Arial"/>
                <a:cs typeface="Arial"/>
              </a:defRPr>
            </a:defPPr>
          </a:lstStyle>
          <a:p>
            <a:pPr algn="l">
              <a:defRPr sz="1350" b="0">
                <a:solidFill>
                  <a:srgbClr val="F4F6F5"/>
                </a:solidFill>
                <a:latin typeface="Arial"/>
                <a:ea typeface="Arial"/>
                <a:cs typeface="Arial"/>
              </a:defRPr>
            </a:pPr>
            <a:r>
              <a:rPr sz="1350" b="0">
                <a:solidFill>
                  <a:srgbClr val="F4F6F5"/>
                </a:solidFill>
                <a:latin typeface="Arial"/>
                <a:ea typeface="Arial"/>
                <a:cs typeface="Arial"/>
              </a:rPr>
              <a:t>Current desktop browser with JavaScript and local storage enabled</a:t>
            </a:r>
          </a:p>
        </p:txBody>
      </p:sp>
      <p:sp>
        <p:nvSpPr>
          <p:cNvPr id="18" name="Rectangle: Rounded Corners 17">
            <a:extLst>
              <a:ext uri="{FF2B5EF4-FFF2-40B4-BE49-F238E27FC236}">
                <a16:creationId xmlns:a16="http://schemas.microsoft.com/office/drawing/2014/main" id="{3F952589-B966-4F12-A628-3780FAF9049F}"/>
              </a:ext>
            </a:extLst>
          </p:cNvPr>
          <p:cNvSpPr>
            <a:spLocks noGrp="1"/>
          </p:cNvSpPr>
          <p:nvPr/>
        </p:nvSpPr>
        <p:spPr>
          <a:xfrm>
            <a:off x="609600" y="4248150"/>
            <a:ext cx="10972800" cy="552450"/>
          </a:xfrm>
          <a:prstGeom prst="roundRect">
            <a:avLst>
              <a:gd name="adj" fmla="val 10345"/>
            </a:avLst>
          </a:prstGeom>
          <a:solidFill>
            <a:srgbClr val="191D20"/>
          </a:solidFill>
          <a:ln w="9525">
            <a:solidFill>
              <a:srgbClr val="343B40"/>
            </a:solidFill>
            <a:prstDash val="solid"/>
          </a:ln>
        </p:spPr>
      </p:sp>
      <p:sp>
        <p:nvSpPr>
          <p:cNvPr id="19" name="Rectangle 18">
            <a:extLst>
              <a:ext uri="{FF2B5EF4-FFF2-40B4-BE49-F238E27FC236}">
                <a16:creationId xmlns:a16="http://schemas.microsoft.com/office/drawing/2014/main" id="{9072AEF5-0B43-4B2D-AC6A-054176C185EB}"/>
              </a:ext>
            </a:extLst>
          </p:cNvPr>
          <p:cNvSpPr>
            <a:spLocks noGrp="1"/>
          </p:cNvSpPr>
          <p:nvPr/>
        </p:nvSpPr>
        <p:spPr>
          <a:xfrm>
            <a:off x="800100" y="4295775"/>
            <a:ext cx="2381250" cy="457200"/>
          </a:xfrm>
          <a:prstGeom prst="rect">
            <a:avLst/>
          </a:prstGeom>
          <a:noFill/>
          <a:ln w="0">
            <a:noFill/>
            <a:prstDash val="solid"/>
          </a:ln>
        </p:spPr>
        <p:txBody>
          <a:bodyPr anchor="ctr"/>
          <a:lstStyle>
            <a:defPPr algn="l">
              <a:defRPr sz="1275" b="1">
                <a:solidFill>
                  <a:srgbClr val="C5F52A"/>
                </a:solidFill>
                <a:latin typeface="Arial"/>
                <a:ea typeface="Arial"/>
                <a:cs typeface="Arial"/>
              </a:defRPr>
            </a:defPPr>
          </a:lstStyle>
          <a:p>
            <a:pPr algn="l">
              <a:defRPr sz="1275" b="1">
                <a:solidFill>
                  <a:srgbClr val="C5F52A"/>
                </a:solidFill>
                <a:latin typeface="Arial"/>
                <a:ea typeface="Arial"/>
                <a:cs typeface="Arial"/>
              </a:defRPr>
            </a:pPr>
            <a:r>
              <a:rPr sz="1275" b="1">
                <a:solidFill>
                  <a:srgbClr val="C5F52A"/>
                </a:solidFill>
                <a:latin typeface="Arial"/>
                <a:ea typeface="Arial"/>
                <a:cs typeface="Arial"/>
              </a:rPr>
              <a:t>Operating system</a:t>
            </a:r>
          </a:p>
        </p:txBody>
      </p:sp>
      <p:sp>
        <p:nvSpPr>
          <p:cNvPr id="20" name="Rectangle 19">
            <a:extLst>
              <a:ext uri="{FF2B5EF4-FFF2-40B4-BE49-F238E27FC236}">
                <a16:creationId xmlns:a16="http://schemas.microsoft.com/office/drawing/2014/main" id="{CE24C837-7833-40AA-ADCB-FBF1F1483A06}"/>
              </a:ext>
            </a:extLst>
          </p:cNvPr>
          <p:cNvSpPr>
            <a:spLocks noGrp="1"/>
          </p:cNvSpPr>
          <p:nvPr/>
        </p:nvSpPr>
        <p:spPr>
          <a:xfrm>
            <a:off x="3333750" y="4295775"/>
            <a:ext cx="7905750" cy="457200"/>
          </a:xfrm>
          <a:prstGeom prst="rect">
            <a:avLst/>
          </a:prstGeom>
          <a:noFill/>
          <a:ln w="0">
            <a:noFill/>
            <a:prstDash val="solid"/>
          </a:ln>
        </p:spPr>
        <p:txBody>
          <a:bodyPr anchor="ctr"/>
          <a:lstStyle>
            <a:defPPr algn="l">
              <a:defRPr sz="1350" b="0">
                <a:solidFill>
                  <a:srgbClr val="F4F6F5"/>
                </a:solidFill>
                <a:latin typeface="Arial"/>
                <a:ea typeface="Arial"/>
                <a:cs typeface="Arial"/>
              </a:defRPr>
            </a:defPPr>
          </a:lstStyle>
          <a:p>
            <a:pPr algn="l">
              <a:defRPr sz="1350" b="0">
                <a:solidFill>
                  <a:srgbClr val="F4F6F5"/>
                </a:solidFill>
                <a:latin typeface="Arial"/>
                <a:ea typeface="Arial"/>
                <a:cs typeface="Arial"/>
              </a:defRPr>
            </a:pPr>
            <a:r>
              <a:rPr sz="1350" b="0">
                <a:solidFill>
                  <a:srgbClr val="F4F6F5"/>
                </a:solidFill>
                <a:latin typeface="Arial"/>
                <a:ea typeface="Arial"/>
                <a:cs typeface="Arial"/>
              </a:rPr>
              <a:t>Windows, macOS, or Linux with a supported browser</a:t>
            </a:r>
          </a:p>
        </p:txBody>
      </p:sp>
      <p:sp>
        <p:nvSpPr>
          <p:cNvPr id="21" name="Rectangle: Rounded Corners 20">
            <a:extLst>
              <a:ext uri="{FF2B5EF4-FFF2-40B4-BE49-F238E27FC236}">
                <a16:creationId xmlns:a16="http://schemas.microsoft.com/office/drawing/2014/main" id="{68644044-1FBC-46F7-85D6-81D51A234DBB}"/>
              </a:ext>
            </a:extLst>
          </p:cNvPr>
          <p:cNvSpPr>
            <a:spLocks noGrp="1"/>
          </p:cNvSpPr>
          <p:nvPr/>
        </p:nvSpPr>
        <p:spPr>
          <a:xfrm>
            <a:off x="609600" y="4914900"/>
            <a:ext cx="10972800" cy="552450"/>
          </a:xfrm>
          <a:prstGeom prst="roundRect">
            <a:avLst>
              <a:gd name="adj" fmla="val 10345"/>
            </a:avLst>
          </a:prstGeom>
          <a:solidFill>
            <a:srgbClr val="101214"/>
          </a:solidFill>
          <a:ln w="9525">
            <a:solidFill>
              <a:srgbClr val="343B40"/>
            </a:solidFill>
            <a:prstDash val="solid"/>
          </a:ln>
        </p:spPr>
      </p:sp>
      <p:sp>
        <p:nvSpPr>
          <p:cNvPr id="22" name="Rectangle 21">
            <a:extLst>
              <a:ext uri="{FF2B5EF4-FFF2-40B4-BE49-F238E27FC236}">
                <a16:creationId xmlns:a16="http://schemas.microsoft.com/office/drawing/2014/main" id="{D051876D-07A9-4BA9-905B-CBF1A03DB94A}"/>
              </a:ext>
            </a:extLst>
          </p:cNvPr>
          <p:cNvSpPr>
            <a:spLocks noGrp="1"/>
          </p:cNvSpPr>
          <p:nvPr/>
        </p:nvSpPr>
        <p:spPr>
          <a:xfrm>
            <a:off x="800100" y="4962525"/>
            <a:ext cx="2381250" cy="457200"/>
          </a:xfrm>
          <a:prstGeom prst="rect">
            <a:avLst/>
          </a:prstGeom>
          <a:noFill/>
          <a:ln w="0">
            <a:noFill/>
            <a:prstDash val="solid"/>
          </a:ln>
        </p:spPr>
        <p:txBody>
          <a:bodyPr anchor="ctr"/>
          <a:lstStyle>
            <a:defPPr algn="l">
              <a:defRPr sz="1275" b="1">
                <a:solidFill>
                  <a:srgbClr val="C5F52A"/>
                </a:solidFill>
                <a:latin typeface="Arial"/>
                <a:ea typeface="Arial"/>
                <a:cs typeface="Arial"/>
              </a:defRPr>
            </a:defPPr>
          </a:lstStyle>
          <a:p>
            <a:pPr algn="l">
              <a:defRPr sz="1275" b="1">
                <a:solidFill>
                  <a:srgbClr val="C5F52A"/>
                </a:solidFill>
                <a:latin typeface="Arial"/>
                <a:ea typeface="Arial"/>
                <a:cs typeface="Arial"/>
              </a:defRPr>
            </a:pPr>
            <a:r>
              <a:rPr sz="1275" b="1">
                <a:solidFill>
                  <a:srgbClr val="C5F52A"/>
                </a:solidFill>
                <a:latin typeface="Arial"/>
                <a:ea typeface="Arial"/>
                <a:cs typeface="Arial"/>
              </a:rPr>
              <a:t>Persistence</a:t>
            </a:r>
          </a:p>
        </p:txBody>
      </p:sp>
      <p:sp>
        <p:nvSpPr>
          <p:cNvPr id="23" name="Rectangle 22">
            <a:extLst>
              <a:ext uri="{FF2B5EF4-FFF2-40B4-BE49-F238E27FC236}">
                <a16:creationId xmlns:a16="http://schemas.microsoft.com/office/drawing/2014/main" id="{E2CC68C3-4E4A-4A15-A86A-8166AA93E91E}"/>
              </a:ext>
            </a:extLst>
          </p:cNvPr>
          <p:cNvSpPr>
            <a:spLocks noGrp="1"/>
          </p:cNvSpPr>
          <p:nvPr/>
        </p:nvSpPr>
        <p:spPr>
          <a:xfrm>
            <a:off x="3333750" y="4962525"/>
            <a:ext cx="7905750" cy="457200"/>
          </a:xfrm>
          <a:prstGeom prst="rect">
            <a:avLst/>
          </a:prstGeom>
          <a:noFill/>
          <a:ln w="0">
            <a:noFill/>
            <a:prstDash val="solid"/>
          </a:ln>
        </p:spPr>
        <p:txBody>
          <a:bodyPr anchor="ctr"/>
          <a:lstStyle>
            <a:defPPr algn="l">
              <a:defRPr sz="1350" b="0">
                <a:solidFill>
                  <a:srgbClr val="F4F6F5"/>
                </a:solidFill>
                <a:latin typeface="Arial"/>
                <a:ea typeface="Arial"/>
                <a:cs typeface="Arial"/>
              </a:defRPr>
            </a:defPPr>
          </a:lstStyle>
          <a:p>
            <a:pPr algn="l">
              <a:defRPr sz="1350" b="0">
                <a:solidFill>
                  <a:srgbClr val="F4F6F5"/>
                </a:solidFill>
                <a:latin typeface="Arial"/>
                <a:ea typeface="Arial"/>
                <a:cs typeface="Arial"/>
              </a:defRPr>
            </a:pPr>
            <a:r>
              <a:rPr sz="1350" b="0">
                <a:solidFill>
                  <a:srgbClr val="F4F6F5"/>
                </a:solidFill>
                <a:latin typeface="Arial"/>
                <a:ea typeface="Arial"/>
                <a:cs typeface="Arial"/>
              </a:rPr>
              <a:t>Browser localStorage; no server or database required for this version</a:t>
            </a:r>
          </a:p>
        </p:txBody>
      </p:sp>
      <p:sp>
        <p:nvSpPr>
          <p:cNvPr id="24" name="Rectangle: Rounded Corners 23">
            <a:extLst>
              <a:ext uri="{FF2B5EF4-FFF2-40B4-BE49-F238E27FC236}">
                <a16:creationId xmlns:a16="http://schemas.microsoft.com/office/drawing/2014/main" id="{61CE6628-15DA-4BD0-AAB0-2D2CFDF16F50}"/>
              </a:ext>
            </a:extLst>
          </p:cNvPr>
          <p:cNvSpPr>
            <a:spLocks noGrp="1"/>
          </p:cNvSpPr>
          <p:nvPr/>
        </p:nvSpPr>
        <p:spPr>
          <a:xfrm>
            <a:off x="609600" y="5734050"/>
            <a:ext cx="10972800" cy="419100"/>
          </a:xfrm>
          <a:prstGeom prst="roundRect">
            <a:avLst>
              <a:gd name="adj" fmla="val 13636"/>
            </a:avLst>
          </a:prstGeom>
          <a:solidFill>
            <a:srgbClr val="20262A"/>
          </a:solidFill>
          <a:ln w="9525">
            <a:solidFill>
              <a:srgbClr val="343B40"/>
            </a:solidFill>
            <a:prstDash val="solid"/>
          </a:ln>
        </p:spPr>
      </p:sp>
      <p:sp>
        <p:nvSpPr>
          <p:cNvPr id="25" name="Rectangle 24">
            <a:extLst>
              <a:ext uri="{FF2B5EF4-FFF2-40B4-BE49-F238E27FC236}">
                <a16:creationId xmlns:a16="http://schemas.microsoft.com/office/drawing/2014/main" id="{40E1EEE1-5838-4D54-8DE0-FB8C8360C928}"/>
              </a:ext>
            </a:extLst>
          </p:cNvPr>
          <p:cNvSpPr>
            <a:spLocks noGrp="1"/>
          </p:cNvSpPr>
          <p:nvPr/>
        </p:nvSpPr>
        <p:spPr>
          <a:xfrm>
            <a:off x="800100" y="5772150"/>
            <a:ext cx="7620000" cy="323850"/>
          </a:xfrm>
          <a:prstGeom prst="rect">
            <a:avLst/>
          </a:prstGeom>
          <a:noFill/>
          <a:ln w="0">
            <a:noFill/>
            <a:prstDash val="solid"/>
          </a:ln>
        </p:spPr>
        <p:txBody>
          <a:bodyPr anchor="ctr"/>
          <a:lstStyle>
            <a:defPPr algn="l">
              <a:defRPr sz="1200" b="1">
                <a:solidFill>
                  <a:srgbClr val="F4F6F5"/>
                </a:solidFill>
                <a:latin typeface="Consolas"/>
                <a:ea typeface="Consolas"/>
                <a:cs typeface="Consolas"/>
              </a:defRPr>
            </a:defPPr>
          </a:lstStyle>
          <a:p>
            <a:pPr algn="l">
              <a:defRPr sz="1200" b="1">
                <a:solidFill>
                  <a:srgbClr val="F4F6F5"/>
                </a:solidFill>
                <a:latin typeface="Consolas"/>
                <a:ea typeface="Consolas"/>
                <a:cs typeface="Consolas"/>
              </a:defRPr>
            </a:pPr>
            <a:r>
              <a:rPr sz="1200" b="1">
                <a:solidFill>
                  <a:srgbClr val="F4F6F5"/>
                </a:solidFill>
                <a:latin typeface="Consolas"/>
                <a:ea typeface="Consolas"/>
                <a:cs typeface="Consolas"/>
              </a:rPr>
              <a:t>Development: npm install   →   npm run dev</a:t>
            </a:r>
          </a:p>
        </p:txBody>
      </p:sp>
    </p:spTree>
    <p:extLst>
      <p:ext uri="{BB962C8B-B14F-4D97-AF65-F5344CB8AC3E}">
        <p14:creationId xmlns:p14="http://schemas.microsoft.com/office/powerpoint/2010/main" val="17297285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01214"/>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BCE66192-FD80-449F-8FE8-92D177E94D49}"/>
              </a:ext>
            </a:extLst>
          </p:cNvPr>
          <p:cNvSpPr>
            <a:spLocks noGrp="1"/>
          </p:cNvSpPr>
          <p:nvPr/>
        </p:nvSpPr>
        <p:spPr>
          <a:xfrm>
            <a:off x="609600" y="361950"/>
            <a:ext cx="6667500" cy="209550"/>
          </a:xfrm>
          <a:prstGeom prst="rect">
            <a:avLst/>
          </a:prstGeom>
          <a:noFill/>
          <a:ln w="0">
            <a:noFill/>
            <a:prstDash val="solid"/>
          </a:ln>
        </p:spPr>
        <p:txBody>
          <a:bodyPr anchor="ctr"/>
          <a:lstStyle>
            <a:defPPr algn="l">
              <a:defRPr sz="975" b="1">
                <a:solidFill>
                  <a:srgbClr val="C5F52A"/>
                </a:solidFill>
                <a:latin typeface="Arial"/>
                <a:ea typeface="Arial"/>
                <a:cs typeface="Arial"/>
              </a:defRPr>
            </a:defPPr>
          </a:lstStyle>
          <a:p>
            <a:pPr algn="l">
              <a:defRPr sz="975" b="1">
                <a:solidFill>
                  <a:srgbClr val="C5F52A"/>
                </a:solidFill>
                <a:latin typeface="Arial"/>
                <a:ea typeface="Arial"/>
                <a:cs typeface="Arial"/>
              </a:defRPr>
            </a:pPr>
            <a:r>
              <a:rPr sz="975" b="1">
                <a:solidFill>
                  <a:srgbClr val="C5F52A"/>
                </a:solidFill>
                <a:latin typeface="Arial"/>
                <a:ea typeface="Arial"/>
                <a:cs typeface="Arial"/>
              </a:rPr>
              <a:t>APPLICATION OVERVIEW</a:t>
            </a:r>
          </a:p>
        </p:txBody>
      </p:sp>
      <p:sp>
        <p:nvSpPr>
          <p:cNvPr id="2" name="Rectangle 1">
            <a:extLst>
              <a:ext uri="{FF2B5EF4-FFF2-40B4-BE49-F238E27FC236}">
                <a16:creationId xmlns:a16="http://schemas.microsoft.com/office/drawing/2014/main" id="{39783520-12F8-4ACC-A69F-2DF99DC199C4}"/>
              </a:ext>
            </a:extLst>
          </p:cNvPr>
          <p:cNvSpPr>
            <a:spLocks noGrp="1"/>
          </p:cNvSpPr>
          <p:nvPr/>
        </p:nvSpPr>
        <p:spPr>
          <a:xfrm>
            <a:off x="609600" y="619125"/>
            <a:ext cx="10668000" cy="552450"/>
          </a:xfrm>
          <a:prstGeom prst="rect">
            <a:avLst/>
          </a:prstGeom>
          <a:noFill/>
          <a:ln w="0">
            <a:noFill/>
            <a:prstDash val="solid"/>
          </a:ln>
        </p:spPr>
        <p:txBody>
          <a:bodyPr anchor="ctr"/>
          <a:lstStyle>
            <a:defPPr algn="l">
              <a:defRPr sz="2850" b="1">
                <a:solidFill>
                  <a:srgbClr val="F4F6F5"/>
                </a:solidFill>
                <a:latin typeface="Arial"/>
                <a:ea typeface="Arial"/>
                <a:cs typeface="Arial"/>
              </a:defRPr>
            </a:defPPr>
          </a:lstStyle>
          <a:p>
            <a:pPr algn="l">
              <a:defRPr sz="2850" b="1">
                <a:solidFill>
                  <a:srgbClr val="F4F6F5"/>
                </a:solidFill>
                <a:latin typeface="Arial"/>
                <a:ea typeface="Arial"/>
                <a:cs typeface="Arial"/>
              </a:defRPr>
            </a:pPr>
            <a:r>
              <a:rPr sz="2850" b="1">
                <a:solidFill>
                  <a:srgbClr val="F4F6F5"/>
                </a:solidFill>
                <a:latin typeface="Arial"/>
                <a:ea typeface="Arial"/>
                <a:cs typeface="Arial"/>
              </a:rPr>
              <a:t>Full view of the project</a:t>
            </a:r>
          </a:p>
        </p:txBody>
      </p:sp>
      <p:sp>
        <p:nvSpPr>
          <p:cNvPr id="3" name="Rectangle 2">
            <a:extLst>
              <a:ext uri="{FF2B5EF4-FFF2-40B4-BE49-F238E27FC236}">
                <a16:creationId xmlns:a16="http://schemas.microsoft.com/office/drawing/2014/main" id="{095499A1-8F55-4072-9DD2-7BA968720802}"/>
              </a:ext>
            </a:extLst>
          </p:cNvPr>
          <p:cNvSpPr>
            <a:spLocks noGrp="1"/>
          </p:cNvSpPr>
          <p:nvPr/>
        </p:nvSpPr>
        <p:spPr>
          <a:xfrm>
            <a:off x="609600" y="1304925"/>
            <a:ext cx="10972800" cy="9525"/>
          </a:xfrm>
          <a:prstGeom prst="rect">
            <a:avLst/>
          </a:prstGeom>
          <a:solidFill>
            <a:srgbClr val="343B40"/>
          </a:solidFill>
          <a:ln w="0">
            <a:solidFill>
              <a:srgbClr val="343B40"/>
            </a:solidFill>
            <a:prstDash val="solid"/>
          </a:ln>
        </p:spPr>
      </p:sp>
      <p:sp>
        <p:nvSpPr>
          <p:cNvPr id="4" name="Rectangle 3">
            <a:extLst>
              <a:ext uri="{FF2B5EF4-FFF2-40B4-BE49-F238E27FC236}">
                <a16:creationId xmlns:a16="http://schemas.microsoft.com/office/drawing/2014/main" id="{027F8096-8F7E-4FBD-9928-EFC59F16A8D9}"/>
              </a:ext>
            </a:extLst>
          </p:cNvPr>
          <p:cNvSpPr>
            <a:spLocks noGrp="1"/>
          </p:cNvSpPr>
          <p:nvPr/>
        </p:nvSpPr>
        <p:spPr>
          <a:xfrm>
            <a:off x="609600" y="6419850"/>
            <a:ext cx="4762500" cy="171450"/>
          </a:xfrm>
          <a:prstGeom prst="rect">
            <a:avLst/>
          </a:prstGeom>
          <a:noFill/>
          <a:ln w="0">
            <a:noFill/>
            <a:prstDash val="solid"/>
          </a:ln>
        </p:spPr>
        <p:txBody>
          <a:bodyPr anchor="ctr"/>
          <a:lstStyle>
            <a:defPPr algn="l">
              <a:defRPr sz="825" b="1">
                <a:solidFill>
                  <a:srgbClr val="AAB4B6"/>
                </a:solidFill>
                <a:latin typeface="Arial"/>
                <a:ea typeface="Arial"/>
                <a:cs typeface="Arial"/>
              </a:defRPr>
            </a:defPPr>
          </a:lstStyle>
          <a:p>
            <a:pPr algn="l">
              <a:defRPr sz="825" b="1">
                <a:solidFill>
                  <a:srgbClr val="AAB4B6"/>
                </a:solidFill>
                <a:latin typeface="Arial"/>
                <a:ea typeface="Arial"/>
                <a:cs typeface="Arial"/>
              </a:defRPr>
            </a:pPr>
            <a:r>
              <a:rPr sz="825" b="1">
                <a:solidFill>
                  <a:srgbClr val="AAB4B6"/>
                </a:solidFill>
                <a:latin typeface="Arial"/>
                <a:ea typeface="Arial"/>
                <a:cs typeface="Arial"/>
              </a:rPr>
              <a:t>FITTRACK  /  FITNESS &amp; WELLNESS</a:t>
            </a:r>
          </a:p>
        </p:txBody>
      </p:sp>
      <p:sp>
        <p:nvSpPr>
          <p:cNvPr id="5" name="Rectangle 4">
            <a:extLst>
              <a:ext uri="{FF2B5EF4-FFF2-40B4-BE49-F238E27FC236}">
                <a16:creationId xmlns:a16="http://schemas.microsoft.com/office/drawing/2014/main" id="{CC94EA16-9C1C-4B5F-B748-9A0E2DCCE0E4}"/>
              </a:ext>
            </a:extLst>
          </p:cNvPr>
          <p:cNvSpPr>
            <a:spLocks noGrp="1"/>
          </p:cNvSpPr>
          <p:nvPr/>
        </p:nvSpPr>
        <p:spPr>
          <a:xfrm>
            <a:off x="11096625" y="6400800"/>
            <a:ext cx="476250" cy="190500"/>
          </a:xfrm>
          <a:prstGeom prst="rect">
            <a:avLst/>
          </a:prstGeom>
          <a:noFill/>
          <a:ln w="0">
            <a:noFill/>
            <a:prstDash val="solid"/>
          </a:ln>
        </p:spPr>
        <p:txBody>
          <a:bodyPr anchor="ctr"/>
          <a:lstStyle>
            <a:defPPr algn="r">
              <a:defRPr sz="900" b="1">
                <a:solidFill>
                  <a:srgbClr val="C5F52A"/>
                </a:solidFill>
                <a:latin typeface="Arial"/>
                <a:ea typeface="Arial"/>
                <a:cs typeface="Arial"/>
              </a:defRPr>
            </a:defPPr>
          </a:lstStyle>
          <a:p>
            <a:pPr algn="r">
              <a:defRPr sz="900" b="1">
                <a:solidFill>
                  <a:srgbClr val="C5F52A"/>
                </a:solidFill>
                <a:latin typeface="Arial"/>
                <a:ea typeface="Arial"/>
                <a:cs typeface="Arial"/>
              </a:defRPr>
            </a:pPr>
            <a:r>
              <a:rPr sz="900" b="1">
                <a:solidFill>
                  <a:srgbClr val="C5F52A"/>
                </a:solidFill>
                <a:latin typeface="Arial"/>
                <a:ea typeface="Arial"/>
                <a:cs typeface="Arial"/>
              </a:rPr>
              <a:t>04</a:t>
            </a:r>
          </a:p>
        </p:txBody>
      </p:sp>
      <p:sp>
        <p:nvSpPr>
          <p:cNvPr id="6" name="Rectangle: Rounded Corners 5">
            <a:extLst>
              <a:ext uri="{FF2B5EF4-FFF2-40B4-BE49-F238E27FC236}">
                <a16:creationId xmlns:a16="http://schemas.microsoft.com/office/drawing/2014/main" id="{C4F72C31-B2E5-419A-8CE3-CFB331DF3493}"/>
              </a:ext>
            </a:extLst>
          </p:cNvPr>
          <p:cNvSpPr>
            <a:spLocks noGrp="1"/>
          </p:cNvSpPr>
          <p:nvPr/>
        </p:nvSpPr>
        <p:spPr>
          <a:xfrm>
            <a:off x="609600" y="1552575"/>
            <a:ext cx="3371850" cy="3781425"/>
          </a:xfrm>
          <a:prstGeom prst="roundRect">
            <a:avLst>
              <a:gd name="adj" fmla="val 3390"/>
            </a:avLst>
          </a:prstGeom>
          <a:solidFill>
            <a:srgbClr val="191D20"/>
          </a:solidFill>
          <a:ln w="9525">
            <a:solidFill>
              <a:srgbClr val="343B40"/>
            </a:solidFill>
            <a:prstDash val="solid"/>
          </a:ln>
        </p:spPr>
      </p:sp>
      <p:sp>
        <p:nvSpPr>
          <p:cNvPr id="7" name="Rectangle 6">
            <a:extLst>
              <a:ext uri="{FF2B5EF4-FFF2-40B4-BE49-F238E27FC236}">
                <a16:creationId xmlns:a16="http://schemas.microsoft.com/office/drawing/2014/main" id="{653B731A-FD86-415D-BDB2-5FC8BFAED0A6}"/>
              </a:ext>
            </a:extLst>
          </p:cNvPr>
          <p:cNvSpPr>
            <a:spLocks noGrp="1"/>
          </p:cNvSpPr>
          <p:nvPr/>
        </p:nvSpPr>
        <p:spPr>
          <a:xfrm>
            <a:off x="781050" y="1685925"/>
            <a:ext cx="3028950" cy="257175"/>
          </a:xfrm>
          <a:prstGeom prst="rect">
            <a:avLst/>
          </a:prstGeom>
          <a:noFill/>
          <a:ln w="0">
            <a:noFill/>
            <a:prstDash val="solid"/>
          </a:ln>
        </p:spPr>
        <p:txBody>
          <a:bodyPr anchor="ctr"/>
          <a:lstStyle>
            <a:defPPr algn="l">
              <a:defRPr sz="1125" b="1">
                <a:solidFill>
                  <a:srgbClr val="C5F52A"/>
                </a:solidFill>
                <a:latin typeface="Arial"/>
                <a:ea typeface="Arial"/>
                <a:cs typeface="Arial"/>
              </a:defRPr>
            </a:defPPr>
          </a:lstStyle>
          <a:p>
            <a:pPr algn="l">
              <a:defRPr sz="1125" b="1">
                <a:solidFill>
                  <a:srgbClr val="C5F52A"/>
                </a:solidFill>
                <a:latin typeface="Arial"/>
                <a:ea typeface="Arial"/>
                <a:cs typeface="Arial"/>
              </a:defRPr>
            </a:pPr>
            <a:r>
              <a:rPr sz="1125" b="1">
                <a:solidFill>
                  <a:srgbClr val="C5F52A"/>
                </a:solidFill>
                <a:latin typeface="Arial"/>
                <a:ea typeface="Arial"/>
                <a:cs typeface="Arial"/>
              </a:rPr>
              <a:t>HOME</a:t>
            </a:r>
          </a:p>
        </p:txBody>
      </p:sp>
      <p:sp>
        <p:nvSpPr>
          <p:cNvPr id="8" name="Rectangle: Rounded Corners 7">
            <a:extLst>
              <a:ext uri="{FF2B5EF4-FFF2-40B4-BE49-F238E27FC236}">
                <a16:creationId xmlns:a16="http://schemas.microsoft.com/office/drawing/2014/main" id="{012C5F6B-6094-4BC4-A5D4-F2182EB58E02}"/>
              </a:ext>
            </a:extLst>
          </p:cNvPr>
          <p:cNvSpPr>
            <a:spLocks noGrp="1"/>
          </p:cNvSpPr>
          <p:nvPr/>
        </p:nvSpPr>
        <p:spPr>
          <a:xfrm>
            <a:off x="752475" y="2038350"/>
            <a:ext cx="3086100" cy="2400300"/>
          </a:xfrm>
          <a:prstGeom prst="roundRect">
            <a:avLst>
              <a:gd name="adj" fmla="val 3175"/>
            </a:avLst>
          </a:prstGeom>
          <a:solidFill>
            <a:srgbClr val="20262A"/>
          </a:solidFill>
          <a:ln w="9525">
            <a:solidFill>
              <a:srgbClr val="343B40"/>
            </a:solidFill>
            <a:prstDash val="solid"/>
          </a:ln>
        </p:spPr>
      </p:sp>
      <p:pic>
        <p:nvPicPr>
          <p:cNvPr id="9" name="Picture 8">
            <a:extLst>
              <a:ext uri="{FF2B5EF4-FFF2-40B4-BE49-F238E27FC236}">
                <a16:creationId xmlns:a16="http://schemas.microsoft.com/office/drawing/2014/main" id="{2EE424E5-5C6B-4BF0-ACF3-5C48C95D6D40}"/>
              </a:ext>
            </a:extLst>
          </p:cNvPr>
          <p:cNvPicPr>
            <a:picLocks noChangeAspect="1"/>
          </p:cNvPicPr>
          <p:nvPr/>
        </p:nvPicPr>
        <p:blipFill>
          <a:blip r:embed="rId3"/>
          <a:stretch/>
        </p:blipFill>
        <p:spPr>
          <a:xfrm>
            <a:off x="771525" y="2060121"/>
            <a:ext cx="3048000" cy="2356757"/>
          </a:xfrm>
          <a:prstGeom prst="roundRect">
            <a:avLst>
              <a:gd name="adj" fmla="val 3226"/>
            </a:avLst>
          </a:prstGeom>
        </p:spPr>
      </p:pic>
      <p:sp>
        <p:nvSpPr>
          <p:cNvPr id="10" name="Rectangle 9">
            <a:extLst>
              <a:ext uri="{FF2B5EF4-FFF2-40B4-BE49-F238E27FC236}">
                <a16:creationId xmlns:a16="http://schemas.microsoft.com/office/drawing/2014/main" id="{CCA55376-A656-4B22-ADD6-5F4E9E54C3B1}"/>
              </a:ext>
            </a:extLst>
          </p:cNvPr>
          <p:cNvSpPr>
            <a:spLocks noGrp="1"/>
          </p:cNvSpPr>
          <p:nvPr/>
        </p:nvSpPr>
        <p:spPr>
          <a:xfrm>
            <a:off x="781050" y="4610100"/>
            <a:ext cx="3028950" cy="466725"/>
          </a:xfrm>
          <a:prstGeom prst="rect">
            <a:avLst/>
          </a:prstGeom>
          <a:noFill/>
          <a:ln w="0">
            <a:noFill/>
            <a:prstDash val="solid"/>
          </a:ln>
        </p:spPr>
        <p:txBody>
          <a:bodyPr anchor="ctr"/>
          <a:lstStyle>
            <a:defPPr algn="l">
              <a:defRPr sz="1200" b="0">
                <a:solidFill>
                  <a:srgbClr val="F4F6F5"/>
                </a:solidFill>
                <a:latin typeface="Arial"/>
                <a:ea typeface="Arial"/>
                <a:cs typeface="Arial"/>
              </a:defRPr>
            </a:defPPr>
          </a:lstStyle>
          <a:p>
            <a:pPr algn="l">
              <a:defRPr sz="1200" b="0">
                <a:solidFill>
                  <a:srgbClr val="F4F6F5"/>
                </a:solidFill>
                <a:latin typeface="Arial"/>
                <a:ea typeface="Arial"/>
                <a:cs typeface="Arial"/>
              </a:defRPr>
            </a:pPr>
            <a:r>
              <a:rPr sz="1200" b="0">
                <a:solidFill>
                  <a:srgbClr val="F4F6F5"/>
                </a:solidFill>
                <a:latin typeface="Arial"/>
                <a:ea typeface="Arial"/>
                <a:cs typeface="Arial"/>
              </a:rPr>
              <a:t>Daily summary and weekly progress</a:t>
            </a:r>
          </a:p>
        </p:txBody>
      </p:sp>
      <p:sp>
        <p:nvSpPr>
          <p:cNvPr id="11" name="Rectangle: Rounded Corners 10">
            <a:extLst>
              <a:ext uri="{FF2B5EF4-FFF2-40B4-BE49-F238E27FC236}">
                <a16:creationId xmlns:a16="http://schemas.microsoft.com/office/drawing/2014/main" id="{F0E63584-F0E4-4F38-BE3C-81A04432E585}"/>
              </a:ext>
            </a:extLst>
          </p:cNvPr>
          <p:cNvSpPr>
            <a:spLocks noGrp="1"/>
          </p:cNvSpPr>
          <p:nvPr/>
        </p:nvSpPr>
        <p:spPr>
          <a:xfrm>
            <a:off x="4286250" y="1552575"/>
            <a:ext cx="3371850" cy="3781425"/>
          </a:xfrm>
          <a:prstGeom prst="roundRect">
            <a:avLst>
              <a:gd name="adj" fmla="val 3390"/>
            </a:avLst>
          </a:prstGeom>
          <a:solidFill>
            <a:srgbClr val="191D20"/>
          </a:solidFill>
          <a:ln w="9525">
            <a:solidFill>
              <a:srgbClr val="343B40"/>
            </a:solidFill>
            <a:prstDash val="solid"/>
          </a:ln>
        </p:spPr>
      </p:sp>
      <p:sp>
        <p:nvSpPr>
          <p:cNvPr id="12" name="Rectangle 11">
            <a:extLst>
              <a:ext uri="{FF2B5EF4-FFF2-40B4-BE49-F238E27FC236}">
                <a16:creationId xmlns:a16="http://schemas.microsoft.com/office/drawing/2014/main" id="{A2E22A9F-D9D3-4B26-931B-050DD297F03F}"/>
              </a:ext>
            </a:extLst>
          </p:cNvPr>
          <p:cNvSpPr>
            <a:spLocks noGrp="1"/>
          </p:cNvSpPr>
          <p:nvPr/>
        </p:nvSpPr>
        <p:spPr>
          <a:xfrm>
            <a:off x="4457700" y="1685925"/>
            <a:ext cx="3028950" cy="257175"/>
          </a:xfrm>
          <a:prstGeom prst="rect">
            <a:avLst/>
          </a:prstGeom>
          <a:noFill/>
          <a:ln w="0">
            <a:noFill/>
            <a:prstDash val="solid"/>
          </a:ln>
        </p:spPr>
        <p:txBody>
          <a:bodyPr anchor="ctr"/>
          <a:lstStyle>
            <a:defPPr algn="l">
              <a:defRPr sz="1125" b="1">
                <a:solidFill>
                  <a:srgbClr val="C5F52A"/>
                </a:solidFill>
                <a:latin typeface="Arial"/>
                <a:ea typeface="Arial"/>
                <a:cs typeface="Arial"/>
              </a:defRPr>
            </a:defPPr>
          </a:lstStyle>
          <a:p>
            <a:pPr algn="l">
              <a:defRPr sz="1125" b="1">
                <a:solidFill>
                  <a:srgbClr val="C5F52A"/>
                </a:solidFill>
                <a:latin typeface="Arial"/>
                <a:ea typeface="Arial"/>
                <a:cs typeface="Arial"/>
              </a:defRPr>
            </a:pPr>
            <a:r>
              <a:rPr sz="1125" b="1">
                <a:solidFill>
                  <a:srgbClr val="C5F52A"/>
                </a:solidFill>
                <a:latin typeface="Arial"/>
                <a:ea typeface="Arial"/>
                <a:cs typeface="Arial"/>
              </a:rPr>
              <a:t>EXERCISE LIBRARY</a:t>
            </a:r>
          </a:p>
        </p:txBody>
      </p:sp>
      <p:sp>
        <p:nvSpPr>
          <p:cNvPr id="13" name="Rectangle: Rounded Corners 12">
            <a:extLst>
              <a:ext uri="{FF2B5EF4-FFF2-40B4-BE49-F238E27FC236}">
                <a16:creationId xmlns:a16="http://schemas.microsoft.com/office/drawing/2014/main" id="{A55D3EDC-B958-415A-A04C-151B84A211B4}"/>
              </a:ext>
            </a:extLst>
          </p:cNvPr>
          <p:cNvSpPr>
            <a:spLocks noGrp="1"/>
          </p:cNvSpPr>
          <p:nvPr/>
        </p:nvSpPr>
        <p:spPr>
          <a:xfrm>
            <a:off x="4429125" y="2038350"/>
            <a:ext cx="3086100" cy="2400300"/>
          </a:xfrm>
          <a:prstGeom prst="roundRect">
            <a:avLst>
              <a:gd name="adj" fmla="val 3175"/>
            </a:avLst>
          </a:prstGeom>
          <a:solidFill>
            <a:srgbClr val="20262A"/>
          </a:solidFill>
          <a:ln w="9525">
            <a:solidFill>
              <a:srgbClr val="343B40"/>
            </a:solidFill>
            <a:prstDash val="solid"/>
          </a:ln>
        </p:spPr>
      </p:sp>
      <p:pic>
        <p:nvPicPr>
          <p:cNvPr id="14" name="Picture 13">
            <a:extLst>
              <a:ext uri="{FF2B5EF4-FFF2-40B4-BE49-F238E27FC236}">
                <a16:creationId xmlns:a16="http://schemas.microsoft.com/office/drawing/2014/main" id="{B7D676CD-2F7F-4D55-B4C0-7816A3589163}"/>
              </a:ext>
            </a:extLst>
          </p:cNvPr>
          <p:cNvPicPr>
            <a:picLocks noChangeAspect="1"/>
          </p:cNvPicPr>
          <p:nvPr/>
        </p:nvPicPr>
        <p:blipFill>
          <a:blip r:embed="rId4"/>
          <a:stretch/>
        </p:blipFill>
        <p:spPr>
          <a:xfrm>
            <a:off x="4450896" y="2057400"/>
            <a:ext cx="3042557" cy="2362200"/>
          </a:xfrm>
          <a:prstGeom prst="roundRect">
            <a:avLst>
              <a:gd name="adj" fmla="val 3226"/>
            </a:avLst>
          </a:prstGeom>
        </p:spPr>
      </p:pic>
      <p:sp>
        <p:nvSpPr>
          <p:cNvPr id="15" name="Rectangle 14">
            <a:extLst>
              <a:ext uri="{FF2B5EF4-FFF2-40B4-BE49-F238E27FC236}">
                <a16:creationId xmlns:a16="http://schemas.microsoft.com/office/drawing/2014/main" id="{E043A495-DCC1-4A89-B7DD-557427BA75F9}"/>
              </a:ext>
            </a:extLst>
          </p:cNvPr>
          <p:cNvSpPr>
            <a:spLocks noGrp="1"/>
          </p:cNvSpPr>
          <p:nvPr/>
        </p:nvSpPr>
        <p:spPr>
          <a:xfrm>
            <a:off x="4457700" y="4610100"/>
            <a:ext cx="3028950" cy="466725"/>
          </a:xfrm>
          <a:prstGeom prst="rect">
            <a:avLst/>
          </a:prstGeom>
          <a:noFill/>
          <a:ln w="0">
            <a:noFill/>
            <a:prstDash val="solid"/>
          </a:ln>
        </p:spPr>
        <p:txBody>
          <a:bodyPr anchor="ctr"/>
          <a:lstStyle>
            <a:defPPr algn="l">
              <a:defRPr sz="1200" b="0">
                <a:solidFill>
                  <a:srgbClr val="F4F6F5"/>
                </a:solidFill>
                <a:latin typeface="Arial"/>
                <a:ea typeface="Arial"/>
                <a:cs typeface="Arial"/>
              </a:defRPr>
            </a:defPPr>
          </a:lstStyle>
          <a:p>
            <a:pPr algn="l">
              <a:defRPr sz="1200" b="0">
                <a:solidFill>
                  <a:srgbClr val="F4F6F5"/>
                </a:solidFill>
                <a:latin typeface="Arial"/>
                <a:ea typeface="Arial"/>
                <a:cs typeface="Arial"/>
              </a:defRPr>
            </a:pPr>
            <a:r>
              <a:rPr sz="1200" b="0">
                <a:solidFill>
                  <a:srgbClr val="F4F6F5"/>
                </a:solidFill>
                <a:latin typeface="Arial"/>
                <a:ea typeface="Arial"/>
                <a:cs typeface="Arial"/>
              </a:rPr>
              <a:t>Search and filter the movement list</a:t>
            </a:r>
          </a:p>
        </p:txBody>
      </p:sp>
      <p:sp>
        <p:nvSpPr>
          <p:cNvPr id="16" name="Rectangle: Rounded Corners 15">
            <a:extLst>
              <a:ext uri="{FF2B5EF4-FFF2-40B4-BE49-F238E27FC236}">
                <a16:creationId xmlns:a16="http://schemas.microsoft.com/office/drawing/2014/main" id="{0E72903C-3930-49BF-BB08-A74161CF5FEC}"/>
              </a:ext>
            </a:extLst>
          </p:cNvPr>
          <p:cNvSpPr>
            <a:spLocks noGrp="1"/>
          </p:cNvSpPr>
          <p:nvPr/>
        </p:nvSpPr>
        <p:spPr>
          <a:xfrm>
            <a:off x="7962900" y="1552575"/>
            <a:ext cx="3371850" cy="3781425"/>
          </a:xfrm>
          <a:prstGeom prst="roundRect">
            <a:avLst>
              <a:gd name="adj" fmla="val 3390"/>
            </a:avLst>
          </a:prstGeom>
          <a:solidFill>
            <a:srgbClr val="191D20"/>
          </a:solidFill>
          <a:ln w="9525">
            <a:solidFill>
              <a:srgbClr val="343B40"/>
            </a:solidFill>
            <a:prstDash val="solid"/>
          </a:ln>
        </p:spPr>
      </p:sp>
      <p:sp>
        <p:nvSpPr>
          <p:cNvPr id="17" name="Rectangle 16">
            <a:extLst>
              <a:ext uri="{FF2B5EF4-FFF2-40B4-BE49-F238E27FC236}">
                <a16:creationId xmlns:a16="http://schemas.microsoft.com/office/drawing/2014/main" id="{8B31B059-362A-41D4-8D53-9B74A3B6D8B6}"/>
              </a:ext>
            </a:extLst>
          </p:cNvPr>
          <p:cNvSpPr>
            <a:spLocks noGrp="1"/>
          </p:cNvSpPr>
          <p:nvPr/>
        </p:nvSpPr>
        <p:spPr>
          <a:xfrm>
            <a:off x="8134350" y="1685925"/>
            <a:ext cx="3028950" cy="257175"/>
          </a:xfrm>
          <a:prstGeom prst="rect">
            <a:avLst/>
          </a:prstGeom>
          <a:noFill/>
          <a:ln w="0">
            <a:noFill/>
            <a:prstDash val="solid"/>
          </a:ln>
        </p:spPr>
        <p:txBody>
          <a:bodyPr anchor="ctr"/>
          <a:lstStyle>
            <a:defPPr algn="l">
              <a:defRPr sz="1125" b="1">
                <a:solidFill>
                  <a:srgbClr val="C5F52A"/>
                </a:solidFill>
                <a:latin typeface="Arial"/>
                <a:ea typeface="Arial"/>
                <a:cs typeface="Arial"/>
              </a:defRPr>
            </a:defPPr>
          </a:lstStyle>
          <a:p>
            <a:pPr algn="l">
              <a:defRPr sz="1125" b="1">
                <a:solidFill>
                  <a:srgbClr val="C5F52A"/>
                </a:solidFill>
                <a:latin typeface="Arial"/>
                <a:ea typeface="Arial"/>
                <a:cs typeface="Arial"/>
              </a:defRPr>
            </a:pPr>
            <a:r>
              <a:rPr sz="1125" b="1">
                <a:solidFill>
                  <a:srgbClr val="C5F52A"/>
                </a:solidFill>
                <a:latin typeface="Arial"/>
                <a:ea typeface="Arial"/>
                <a:cs typeface="Arial"/>
              </a:rPr>
              <a:t>WORKOUTS</a:t>
            </a:r>
          </a:p>
        </p:txBody>
      </p:sp>
      <p:sp>
        <p:nvSpPr>
          <p:cNvPr id="18" name="Rectangle: Rounded Corners 17">
            <a:extLst>
              <a:ext uri="{FF2B5EF4-FFF2-40B4-BE49-F238E27FC236}">
                <a16:creationId xmlns:a16="http://schemas.microsoft.com/office/drawing/2014/main" id="{84977EC7-4684-4887-9EC9-AB107A39CFEE}"/>
              </a:ext>
            </a:extLst>
          </p:cNvPr>
          <p:cNvSpPr>
            <a:spLocks noGrp="1"/>
          </p:cNvSpPr>
          <p:nvPr/>
        </p:nvSpPr>
        <p:spPr>
          <a:xfrm>
            <a:off x="8105775" y="2038350"/>
            <a:ext cx="3086100" cy="2400300"/>
          </a:xfrm>
          <a:prstGeom prst="roundRect">
            <a:avLst>
              <a:gd name="adj" fmla="val 3175"/>
            </a:avLst>
          </a:prstGeom>
          <a:solidFill>
            <a:srgbClr val="20262A"/>
          </a:solidFill>
          <a:ln w="9525">
            <a:solidFill>
              <a:srgbClr val="343B40"/>
            </a:solidFill>
            <a:prstDash val="solid"/>
          </a:ln>
        </p:spPr>
      </p:sp>
      <p:pic>
        <p:nvPicPr>
          <p:cNvPr id="19" name="Picture 18">
            <a:extLst>
              <a:ext uri="{FF2B5EF4-FFF2-40B4-BE49-F238E27FC236}">
                <a16:creationId xmlns:a16="http://schemas.microsoft.com/office/drawing/2014/main" id="{D6A925F5-6012-49A6-A643-C3A6D442F145}"/>
              </a:ext>
            </a:extLst>
          </p:cNvPr>
          <p:cNvPicPr>
            <a:picLocks noChangeAspect="1"/>
          </p:cNvPicPr>
          <p:nvPr/>
        </p:nvPicPr>
        <p:blipFill>
          <a:blip r:embed="rId5"/>
          <a:stretch/>
        </p:blipFill>
        <p:spPr>
          <a:xfrm>
            <a:off x="8124825" y="2067540"/>
            <a:ext cx="3048000" cy="2341920"/>
          </a:xfrm>
          <a:prstGeom prst="roundRect">
            <a:avLst>
              <a:gd name="adj" fmla="val 3226"/>
            </a:avLst>
          </a:prstGeom>
        </p:spPr>
      </p:pic>
      <p:sp>
        <p:nvSpPr>
          <p:cNvPr id="20" name="Rectangle 19">
            <a:extLst>
              <a:ext uri="{FF2B5EF4-FFF2-40B4-BE49-F238E27FC236}">
                <a16:creationId xmlns:a16="http://schemas.microsoft.com/office/drawing/2014/main" id="{4B7B5032-5B1F-4E80-9711-504D442CA154}"/>
              </a:ext>
            </a:extLst>
          </p:cNvPr>
          <p:cNvSpPr>
            <a:spLocks noGrp="1"/>
          </p:cNvSpPr>
          <p:nvPr/>
        </p:nvSpPr>
        <p:spPr>
          <a:xfrm>
            <a:off x="8134350" y="4610100"/>
            <a:ext cx="3028950" cy="466725"/>
          </a:xfrm>
          <a:prstGeom prst="rect">
            <a:avLst/>
          </a:prstGeom>
          <a:noFill/>
          <a:ln w="0">
            <a:noFill/>
            <a:prstDash val="solid"/>
          </a:ln>
        </p:spPr>
        <p:txBody>
          <a:bodyPr anchor="ctr"/>
          <a:lstStyle>
            <a:defPPr algn="l">
              <a:defRPr sz="1200" b="0">
                <a:solidFill>
                  <a:srgbClr val="F4F6F5"/>
                </a:solidFill>
                <a:latin typeface="Arial"/>
                <a:ea typeface="Arial"/>
                <a:cs typeface="Arial"/>
              </a:defRPr>
            </a:defPPr>
          </a:lstStyle>
          <a:p>
            <a:pPr algn="l">
              <a:defRPr sz="1200" b="0">
                <a:solidFill>
                  <a:srgbClr val="F4F6F5"/>
                </a:solidFill>
                <a:latin typeface="Arial"/>
                <a:ea typeface="Arial"/>
                <a:cs typeface="Arial"/>
              </a:defRPr>
            </a:pPr>
            <a:r>
              <a:rPr sz="1200" b="0">
                <a:solidFill>
                  <a:srgbClr val="F4F6F5"/>
                </a:solidFill>
                <a:latin typeface="Arial"/>
                <a:ea typeface="Arial"/>
                <a:cs typeface="Arial"/>
              </a:rPr>
              <a:t>Saved routines ready to start</a:t>
            </a:r>
          </a:p>
        </p:txBody>
      </p:sp>
      <p:sp>
        <p:nvSpPr>
          <p:cNvPr id="21" name="Rectangle 20">
            <a:extLst>
              <a:ext uri="{FF2B5EF4-FFF2-40B4-BE49-F238E27FC236}">
                <a16:creationId xmlns:a16="http://schemas.microsoft.com/office/drawing/2014/main" id="{D82909EA-C9A1-4899-8E40-D5EC05114FBE}"/>
              </a:ext>
            </a:extLst>
          </p:cNvPr>
          <p:cNvSpPr>
            <a:spLocks noGrp="1"/>
          </p:cNvSpPr>
          <p:nvPr/>
        </p:nvSpPr>
        <p:spPr>
          <a:xfrm>
            <a:off x="609600" y="5638800"/>
            <a:ext cx="10668000" cy="400050"/>
          </a:xfrm>
          <a:prstGeom prst="rect">
            <a:avLst/>
          </a:prstGeom>
          <a:noFill/>
          <a:ln w="0">
            <a:noFill/>
            <a:prstDash val="solid"/>
          </a:ln>
        </p:spPr>
        <p:txBody>
          <a:bodyPr anchor="ctr"/>
          <a:lstStyle>
            <a:defPPr algn="l">
              <a:defRPr sz="1350" b="0">
                <a:solidFill>
                  <a:srgbClr val="AAB4B6"/>
                </a:solidFill>
                <a:latin typeface="Arial"/>
                <a:ea typeface="Arial"/>
                <a:cs typeface="Arial"/>
              </a:defRPr>
            </a:defPPr>
          </a:lstStyle>
          <a:p>
            <a:pPr algn="l">
              <a:defRPr sz="1350" b="0">
                <a:solidFill>
                  <a:srgbClr val="AAB4B6"/>
                </a:solidFill>
                <a:latin typeface="Arial"/>
                <a:ea typeface="Arial"/>
                <a:cs typeface="Arial"/>
              </a:defRPr>
            </a:pPr>
            <a:r>
              <a:rPr sz="1350" b="0">
                <a:solidFill>
                  <a:srgbClr val="AAB4B6"/>
                </a:solidFill>
                <a:latin typeface="Arial"/>
                <a:ea typeface="Arial"/>
                <a:cs typeface="Arial"/>
              </a:rPr>
              <a:t>Shared navigation connects planning, exercise selection, and workout review.</a:t>
            </a:r>
          </a:p>
        </p:txBody>
      </p:sp>
    </p:spTree>
    <p:extLst>
      <p:ext uri="{BB962C8B-B14F-4D97-AF65-F5344CB8AC3E}">
        <p14:creationId xmlns:p14="http://schemas.microsoft.com/office/powerpoint/2010/main" val="8350771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01214"/>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AE36C797-CEAA-4CDC-9E4A-887FAD8B7677}"/>
              </a:ext>
            </a:extLst>
          </p:cNvPr>
          <p:cNvSpPr>
            <a:spLocks noGrp="1"/>
          </p:cNvSpPr>
          <p:nvPr/>
        </p:nvSpPr>
        <p:spPr>
          <a:xfrm>
            <a:off x="609600" y="361950"/>
            <a:ext cx="6667500" cy="209550"/>
          </a:xfrm>
          <a:prstGeom prst="rect">
            <a:avLst/>
          </a:prstGeom>
          <a:noFill/>
          <a:ln w="0">
            <a:noFill/>
            <a:prstDash val="solid"/>
          </a:ln>
        </p:spPr>
        <p:txBody>
          <a:bodyPr anchor="ctr"/>
          <a:lstStyle>
            <a:defPPr algn="l">
              <a:defRPr sz="975" b="1">
                <a:solidFill>
                  <a:srgbClr val="C5F52A"/>
                </a:solidFill>
                <a:latin typeface="Arial"/>
                <a:ea typeface="Arial"/>
                <a:cs typeface="Arial"/>
              </a:defRPr>
            </a:defPPr>
          </a:lstStyle>
          <a:p>
            <a:pPr algn="l">
              <a:defRPr sz="975" b="1">
                <a:solidFill>
                  <a:srgbClr val="C5F52A"/>
                </a:solidFill>
                <a:latin typeface="Arial"/>
                <a:ea typeface="Arial"/>
                <a:cs typeface="Arial"/>
              </a:defRPr>
            </a:pPr>
            <a:r>
              <a:rPr sz="975" b="1">
                <a:solidFill>
                  <a:srgbClr val="C5F52A"/>
                </a:solidFill>
                <a:latin typeface="Arial"/>
                <a:ea typeface="Arial"/>
                <a:cs typeface="Arial"/>
              </a:rPr>
              <a:t>BROWSER PERSISTENCE</a:t>
            </a:r>
          </a:p>
        </p:txBody>
      </p:sp>
      <p:sp>
        <p:nvSpPr>
          <p:cNvPr id="2" name="Rectangle 1">
            <a:extLst>
              <a:ext uri="{FF2B5EF4-FFF2-40B4-BE49-F238E27FC236}">
                <a16:creationId xmlns:a16="http://schemas.microsoft.com/office/drawing/2014/main" id="{21334902-11C7-49F1-B4A9-71F21F3A3CF4}"/>
              </a:ext>
            </a:extLst>
          </p:cNvPr>
          <p:cNvSpPr>
            <a:spLocks noGrp="1"/>
          </p:cNvSpPr>
          <p:nvPr/>
        </p:nvSpPr>
        <p:spPr>
          <a:xfrm>
            <a:off x="609600" y="619125"/>
            <a:ext cx="10668000" cy="552450"/>
          </a:xfrm>
          <a:prstGeom prst="rect">
            <a:avLst/>
          </a:prstGeom>
          <a:noFill/>
          <a:ln w="0">
            <a:noFill/>
            <a:prstDash val="solid"/>
          </a:ln>
        </p:spPr>
        <p:txBody>
          <a:bodyPr anchor="ctr"/>
          <a:lstStyle>
            <a:defPPr algn="l">
              <a:defRPr sz="2850" b="1">
                <a:solidFill>
                  <a:srgbClr val="F4F6F5"/>
                </a:solidFill>
                <a:latin typeface="Arial"/>
                <a:ea typeface="Arial"/>
                <a:cs typeface="Arial"/>
              </a:defRPr>
            </a:defPPr>
          </a:lstStyle>
          <a:p>
            <a:pPr algn="l">
              <a:defRPr sz="2850" b="1">
                <a:solidFill>
                  <a:srgbClr val="F4F6F5"/>
                </a:solidFill>
                <a:latin typeface="Arial"/>
                <a:ea typeface="Arial"/>
                <a:cs typeface="Arial"/>
              </a:defRPr>
            </a:pPr>
            <a:r>
              <a:rPr sz="2850" b="1">
                <a:solidFill>
                  <a:srgbClr val="F4F6F5"/>
                </a:solidFill>
                <a:latin typeface="Arial"/>
                <a:ea typeface="Arial"/>
                <a:cs typeface="Arial"/>
              </a:rPr>
              <a:t>Sample coding</a:t>
            </a:r>
          </a:p>
        </p:txBody>
      </p:sp>
      <p:sp>
        <p:nvSpPr>
          <p:cNvPr id="3" name="Rectangle 2">
            <a:extLst>
              <a:ext uri="{FF2B5EF4-FFF2-40B4-BE49-F238E27FC236}">
                <a16:creationId xmlns:a16="http://schemas.microsoft.com/office/drawing/2014/main" id="{029FDDAE-8C65-4BBF-AE18-9DEC6D836480}"/>
              </a:ext>
            </a:extLst>
          </p:cNvPr>
          <p:cNvSpPr>
            <a:spLocks noGrp="1"/>
          </p:cNvSpPr>
          <p:nvPr/>
        </p:nvSpPr>
        <p:spPr>
          <a:xfrm>
            <a:off x="609600" y="1304925"/>
            <a:ext cx="10972800" cy="9525"/>
          </a:xfrm>
          <a:prstGeom prst="rect">
            <a:avLst/>
          </a:prstGeom>
          <a:solidFill>
            <a:srgbClr val="343B40"/>
          </a:solidFill>
          <a:ln w="0">
            <a:solidFill>
              <a:srgbClr val="343B40"/>
            </a:solidFill>
            <a:prstDash val="solid"/>
          </a:ln>
        </p:spPr>
      </p:sp>
      <p:sp>
        <p:nvSpPr>
          <p:cNvPr id="4" name="Rectangle 3">
            <a:extLst>
              <a:ext uri="{FF2B5EF4-FFF2-40B4-BE49-F238E27FC236}">
                <a16:creationId xmlns:a16="http://schemas.microsoft.com/office/drawing/2014/main" id="{755FFE4E-78D4-4B31-B808-8CA7A4F1041A}"/>
              </a:ext>
            </a:extLst>
          </p:cNvPr>
          <p:cNvSpPr>
            <a:spLocks noGrp="1"/>
          </p:cNvSpPr>
          <p:nvPr/>
        </p:nvSpPr>
        <p:spPr>
          <a:xfrm>
            <a:off x="609600" y="6419850"/>
            <a:ext cx="4762500" cy="171450"/>
          </a:xfrm>
          <a:prstGeom prst="rect">
            <a:avLst/>
          </a:prstGeom>
          <a:noFill/>
          <a:ln w="0">
            <a:noFill/>
            <a:prstDash val="solid"/>
          </a:ln>
        </p:spPr>
        <p:txBody>
          <a:bodyPr anchor="ctr"/>
          <a:lstStyle>
            <a:defPPr algn="l">
              <a:defRPr sz="825" b="1">
                <a:solidFill>
                  <a:srgbClr val="AAB4B6"/>
                </a:solidFill>
                <a:latin typeface="Arial"/>
                <a:ea typeface="Arial"/>
                <a:cs typeface="Arial"/>
              </a:defRPr>
            </a:defPPr>
          </a:lstStyle>
          <a:p>
            <a:pPr algn="l">
              <a:defRPr sz="825" b="1">
                <a:solidFill>
                  <a:srgbClr val="AAB4B6"/>
                </a:solidFill>
                <a:latin typeface="Arial"/>
                <a:ea typeface="Arial"/>
                <a:cs typeface="Arial"/>
              </a:defRPr>
            </a:pPr>
            <a:r>
              <a:rPr sz="825" b="1">
                <a:solidFill>
                  <a:srgbClr val="AAB4B6"/>
                </a:solidFill>
                <a:latin typeface="Arial"/>
                <a:ea typeface="Arial"/>
                <a:cs typeface="Arial"/>
              </a:rPr>
              <a:t>FITTRACK  /  FITNESS &amp; WELLNESS</a:t>
            </a:r>
          </a:p>
        </p:txBody>
      </p:sp>
      <p:sp>
        <p:nvSpPr>
          <p:cNvPr id="5" name="Rectangle 4">
            <a:extLst>
              <a:ext uri="{FF2B5EF4-FFF2-40B4-BE49-F238E27FC236}">
                <a16:creationId xmlns:a16="http://schemas.microsoft.com/office/drawing/2014/main" id="{1CC3ACAF-98E5-4EB2-8554-6AD5D4BA25E8}"/>
              </a:ext>
            </a:extLst>
          </p:cNvPr>
          <p:cNvSpPr>
            <a:spLocks noGrp="1"/>
          </p:cNvSpPr>
          <p:nvPr/>
        </p:nvSpPr>
        <p:spPr>
          <a:xfrm>
            <a:off x="11096625" y="6400800"/>
            <a:ext cx="476250" cy="190500"/>
          </a:xfrm>
          <a:prstGeom prst="rect">
            <a:avLst/>
          </a:prstGeom>
          <a:noFill/>
          <a:ln w="0">
            <a:noFill/>
            <a:prstDash val="solid"/>
          </a:ln>
        </p:spPr>
        <p:txBody>
          <a:bodyPr anchor="ctr"/>
          <a:lstStyle>
            <a:defPPr algn="r">
              <a:defRPr sz="900" b="1">
                <a:solidFill>
                  <a:srgbClr val="C5F52A"/>
                </a:solidFill>
                <a:latin typeface="Arial"/>
                <a:ea typeface="Arial"/>
                <a:cs typeface="Arial"/>
              </a:defRPr>
            </a:defPPr>
          </a:lstStyle>
          <a:p>
            <a:pPr algn="r">
              <a:defRPr sz="900" b="1">
                <a:solidFill>
                  <a:srgbClr val="C5F52A"/>
                </a:solidFill>
                <a:latin typeface="Arial"/>
                <a:ea typeface="Arial"/>
                <a:cs typeface="Arial"/>
              </a:defRPr>
            </a:pPr>
            <a:r>
              <a:rPr sz="900" b="1">
                <a:solidFill>
                  <a:srgbClr val="C5F52A"/>
                </a:solidFill>
                <a:latin typeface="Arial"/>
                <a:ea typeface="Arial"/>
                <a:cs typeface="Arial"/>
              </a:rPr>
              <a:t>05</a:t>
            </a:r>
          </a:p>
        </p:txBody>
      </p:sp>
      <p:sp>
        <p:nvSpPr>
          <p:cNvPr id="6" name="Rectangle 5">
            <a:extLst>
              <a:ext uri="{FF2B5EF4-FFF2-40B4-BE49-F238E27FC236}">
                <a16:creationId xmlns:a16="http://schemas.microsoft.com/office/drawing/2014/main" id="{AD10D442-D5BA-41D1-879B-750DD4DE3E3D}"/>
              </a:ext>
            </a:extLst>
          </p:cNvPr>
          <p:cNvSpPr>
            <a:spLocks noGrp="1"/>
          </p:cNvSpPr>
          <p:nvPr/>
        </p:nvSpPr>
        <p:spPr>
          <a:xfrm>
            <a:off x="609600" y="1562100"/>
            <a:ext cx="10668000" cy="381000"/>
          </a:xfrm>
          <a:prstGeom prst="rect">
            <a:avLst/>
          </a:prstGeom>
          <a:noFill/>
          <a:ln w="0">
            <a:noFill/>
            <a:prstDash val="solid"/>
          </a:ln>
        </p:spPr>
        <p:txBody>
          <a:bodyPr anchor="ctr"/>
          <a:lstStyle>
            <a:defPPr algn="l">
              <a:defRPr sz="1650" b="1">
                <a:solidFill>
                  <a:srgbClr val="F4F6F5"/>
                </a:solidFill>
                <a:latin typeface="Arial"/>
                <a:ea typeface="Arial"/>
                <a:cs typeface="Arial"/>
              </a:defRPr>
            </a:defPPr>
          </a:lstStyle>
          <a:p>
            <a:pPr algn="l">
              <a:defRPr sz="1650" b="1">
                <a:solidFill>
                  <a:srgbClr val="F4F6F5"/>
                </a:solidFill>
                <a:latin typeface="Arial"/>
                <a:ea typeface="Arial"/>
                <a:cs typeface="Arial"/>
              </a:defRPr>
            </a:pPr>
            <a:r>
              <a:rPr sz="1650" b="1">
                <a:solidFill>
                  <a:srgbClr val="F4F6F5"/>
                </a:solidFill>
                <a:latin typeface="Arial"/>
                <a:ea typeface="Arial"/>
                <a:cs typeface="Arial"/>
              </a:rPr>
              <a:t>React saves the current app state to local storage when it changes.</a:t>
            </a:r>
          </a:p>
        </p:txBody>
      </p:sp>
      <p:sp>
        <p:nvSpPr>
          <p:cNvPr id="7" name="Rectangle: Rounded Corners 6">
            <a:extLst>
              <a:ext uri="{FF2B5EF4-FFF2-40B4-BE49-F238E27FC236}">
                <a16:creationId xmlns:a16="http://schemas.microsoft.com/office/drawing/2014/main" id="{A99BAA79-C1DD-4792-BB68-667F27165D8A}"/>
              </a:ext>
            </a:extLst>
          </p:cNvPr>
          <p:cNvSpPr>
            <a:spLocks noGrp="1"/>
          </p:cNvSpPr>
          <p:nvPr/>
        </p:nvSpPr>
        <p:spPr>
          <a:xfrm>
            <a:off x="609600" y="2143125"/>
            <a:ext cx="7000875" cy="3238500"/>
          </a:xfrm>
          <a:prstGeom prst="roundRect">
            <a:avLst>
              <a:gd name="adj" fmla="val 3529"/>
            </a:avLst>
          </a:prstGeom>
          <a:solidFill>
            <a:srgbClr val="15191B"/>
          </a:solidFill>
          <a:ln w="9525">
            <a:solidFill>
              <a:srgbClr val="343B40"/>
            </a:solidFill>
            <a:prstDash val="solid"/>
          </a:ln>
        </p:spPr>
      </p:sp>
      <p:sp>
        <p:nvSpPr>
          <p:cNvPr id="8" name="Rectangle 7">
            <a:extLst>
              <a:ext uri="{FF2B5EF4-FFF2-40B4-BE49-F238E27FC236}">
                <a16:creationId xmlns:a16="http://schemas.microsoft.com/office/drawing/2014/main" id="{FB77AC19-5BB4-4D75-8730-3238B91BDFF6}"/>
              </a:ext>
            </a:extLst>
          </p:cNvPr>
          <p:cNvSpPr>
            <a:spLocks noGrp="1"/>
          </p:cNvSpPr>
          <p:nvPr/>
        </p:nvSpPr>
        <p:spPr>
          <a:xfrm>
            <a:off x="876300" y="2362200"/>
            <a:ext cx="6343650" cy="228600"/>
          </a:xfrm>
          <a:prstGeom prst="rect">
            <a:avLst/>
          </a:prstGeom>
          <a:noFill/>
          <a:ln w="0">
            <a:noFill/>
            <a:prstDash val="solid"/>
          </a:ln>
        </p:spPr>
        <p:txBody>
          <a:bodyPr anchor="ctr"/>
          <a:lstStyle>
            <a:defPPr algn="l">
              <a:defRPr sz="1275" b="0">
                <a:solidFill>
                  <a:srgbClr val="C5F52A"/>
                </a:solidFill>
                <a:latin typeface="Consolas"/>
                <a:ea typeface="Consolas"/>
                <a:cs typeface="Consolas"/>
              </a:defRPr>
            </a:defPPr>
          </a:lstStyle>
          <a:p>
            <a:pPr algn="l">
              <a:defRPr sz="1275" b="0">
                <a:solidFill>
                  <a:srgbClr val="C5F52A"/>
                </a:solidFill>
                <a:latin typeface="Consolas"/>
                <a:ea typeface="Consolas"/>
                <a:cs typeface="Consolas"/>
              </a:defRPr>
            </a:pPr>
            <a:r>
              <a:rPr sz="1275" b="0">
                <a:solidFill>
                  <a:srgbClr val="C5F52A"/>
                </a:solidFill>
                <a:latin typeface="Consolas"/>
                <a:ea typeface="Consolas"/>
                <a:cs typeface="Consolas"/>
              </a:rPr>
              <a:t>const STORAGE_KEY = "fittrack:data";</a:t>
            </a:r>
          </a:p>
        </p:txBody>
      </p:sp>
      <p:sp>
        <p:nvSpPr>
          <p:cNvPr id="9" name="Rectangle 8">
            <a:extLst>
              <a:ext uri="{FF2B5EF4-FFF2-40B4-BE49-F238E27FC236}">
                <a16:creationId xmlns:a16="http://schemas.microsoft.com/office/drawing/2014/main" id="{98204E95-4E7D-4414-A667-6A7FF0C475D6}"/>
              </a:ext>
            </a:extLst>
          </p:cNvPr>
          <p:cNvSpPr>
            <a:spLocks noGrp="1"/>
          </p:cNvSpPr>
          <p:nvPr/>
        </p:nvSpPr>
        <p:spPr>
          <a:xfrm>
            <a:off x="876300" y="2600325"/>
            <a:ext cx="6343650" cy="228600"/>
          </a:xfrm>
          <a:prstGeom prst="rect">
            <a:avLst/>
          </a:prstGeom>
          <a:noFill/>
          <a:ln w="0">
            <a:noFill/>
            <a:prstDash val="solid"/>
          </a:ln>
        </p:spPr>
        <p:txBody>
          <a:bodyPr anchor="ctr"/>
          <a:lstStyle>
            <a:defPPr algn="l">
              <a:defRPr sz="1275" b="0">
                <a:solidFill>
                  <a:srgbClr val="F4F6F5"/>
                </a:solidFill>
                <a:latin typeface="Consolas"/>
                <a:ea typeface="Consolas"/>
                <a:cs typeface="Consolas"/>
              </a:defRPr>
            </a:defPPr>
          </a:lstStyle>
          <a:p>
            <a:endParaRPr/>
          </a:p>
        </p:txBody>
      </p:sp>
      <p:sp>
        <p:nvSpPr>
          <p:cNvPr id="10" name="Rectangle 9">
            <a:extLst>
              <a:ext uri="{FF2B5EF4-FFF2-40B4-BE49-F238E27FC236}">
                <a16:creationId xmlns:a16="http://schemas.microsoft.com/office/drawing/2014/main" id="{9DB3EB83-F4CA-41BC-8D58-16A800E505CE}"/>
              </a:ext>
            </a:extLst>
          </p:cNvPr>
          <p:cNvSpPr>
            <a:spLocks noGrp="1"/>
          </p:cNvSpPr>
          <p:nvPr/>
        </p:nvSpPr>
        <p:spPr>
          <a:xfrm>
            <a:off x="876300" y="2838450"/>
            <a:ext cx="6343650" cy="228600"/>
          </a:xfrm>
          <a:prstGeom prst="rect">
            <a:avLst/>
          </a:prstGeom>
          <a:noFill/>
          <a:ln w="0">
            <a:noFill/>
            <a:prstDash val="solid"/>
          </a:ln>
        </p:spPr>
        <p:txBody>
          <a:bodyPr anchor="ctr"/>
          <a:lstStyle>
            <a:defPPr algn="l">
              <a:defRPr sz="1275" b="0">
                <a:solidFill>
                  <a:srgbClr val="F4F6F5"/>
                </a:solidFill>
                <a:latin typeface="Consolas"/>
                <a:ea typeface="Consolas"/>
                <a:cs typeface="Consolas"/>
              </a:defRPr>
            </a:defPPr>
          </a:lstStyle>
          <a:p>
            <a:pPr algn="l">
              <a:defRPr sz="1275" b="0">
                <a:solidFill>
                  <a:srgbClr val="F4F6F5"/>
                </a:solidFill>
                <a:latin typeface="Consolas"/>
                <a:ea typeface="Consolas"/>
                <a:cs typeface="Consolas"/>
              </a:defRPr>
            </a:pPr>
            <a:r>
              <a:rPr sz="1275" b="0">
                <a:solidFill>
                  <a:srgbClr val="F4F6F5"/>
                </a:solidFill>
                <a:latin typeface="Consolas"/>
                <a:ea typeface="Consolas"/>
                <a:cs typeface="Consolas"/>
              </a:rPr>
              <a:t>useEffect(() =&gt; {</a:t>
            </a:r>
          </a:p>
        </p:txBody>
      </p:sp>
      <p:sp>
        <p:nvSpPr>
          <p:cNvPr id="11" name="Rectangle 10">
            <a:extLst>
              <a:ext uri="{FF2B5EF4-FFF2-40B4-BE49-F238E27FC236}">
                <a16:creationId xmlns:a16="http://schemas.microsoft.com/office/drawing/2014/main" id="{361433FF-1FB7-47F2-8503-82C1B0675C32}"/>
              </a:ext>
            </a:extLst>
          </p:cNvPr>
          <p:cNvSpPr>
            <a:spLocks noGrp="1"/>
          </p:cNvSpPr>
          <p:nvPr/>
        </p:nvSpPr>
        <p:spPr>
          <a:xfrm>
            <a:off x="876300" y="3076575"/>
            <a:ext cx="6343650" cy="228600"/>
          </a:xfrm>
          <a:prstGeom prst="rect">
            <a:avLst/>
          </a:prstGeom>
          <a:noFill/>
          <a:ln w="0">
            <a:noFill/>
            <a:prstDash val="solid"/>
          </a:ln>
        </p:spPr>
        <p:txBody>
          <a:bodyPr anchor="ctr"/>
          <a:lstStyle>
            <a:defPPr algn="l">
              <a:defRPr sz="1275" b="0">
                <a:solidFill>
                  <a:srgbClr val="F4F6F5"/>
                </a:solidFill>
                <a:latin typeface="Consolas"/>
                <a:ea typeface="Consolas"/>
                <a:cs typeface="Consolas"/>
              </a:defRPr>
            </a:defPPr>
          </a:lstStyle>
          <a:p>
            <a:pPr algn="l">
              <a:defRPr sz="1275" b="0">
                <a:solidFill>
                  <a:srgbClr val="F4F6F5"/>
                </a:solidFill>
                <a:latin typeface="Consolas"/>
                <a:ea typeface="Consolas"/>
                <a:cs typeface="Consolas"/>
              </a:defRPr>
            </a:pPr>
            <a:r>
              <a:rPr sz="1275" b="0">
                <a:solidFill>
                  <a:srgbClr val="F4F6F5"/>
                </a:solidFill>
                <a:latin typeface="Consolas"/>
                <a:ea typeface="Consolas"/>
                <a:cs typeface="Consolas"/>
              </a:rPr>
              <a:t>  try {</a:t>
            </a:r>
          </a:p>
        </p:txBody>
      </p:sp>
      <p:sp>
        <p:nvSpPr>
          <p:cNvPr id="12" name="Rectangle 11">
            <a:extLst>
              <a:ext uri="{FF2B5EF4-FFF2-40B4-BE49-F238E27FC236}">
                <a16:creationId xmlns:a16="http://schemas.microsoft.com/office/drawing/2014/main" id="{C627A469-6B21-4554-ADAC-D23E064F7D2A}"/>
              </a:ext>
            </a:extLst>
          </p:cNvPr>
          <p:cNvSpPr>
            <a:spLocks noGrp="1"/>
          </p:cNvSpPr>
          <p:nvPr/>
        </p:nvSpPr>
        <p:spPr>
          <a:xfrm>
            <a:off x="876300" y="3314700"/>
            <a:ext cx="6343650" cy="228600"/>
          </a:xfrm>
          <a:prstGeom prst="rect">
            <a:avLst/>
          </a:prstGeom>
          <a:noFill/>
          <a:ln w="0">
            <a:noFill/>
            <a:prstDash val="solid"/>
          </a:ln>
        </p:spPr>
        <p:txBody>
          <a:bodyPr anchor="ctr"/>
          <a:lstStyle>
            <a:defPPr algn="l">
              <a:defRPr sz="1275" b="0">
                <a:solidFill>
                  <a:srgbClr val="F4F6F5"/>
                </a:solidFill>
                <a:latin typeface="Consolas"/>
                <a:ea typeface="Consolas"/>
                <a:cs typeface="Consolas"/>
              </a:defRPr>
            </a:defPPr>
          </a:lstStyle>
          <a:p>
            <a:pPr algn="l">
              <a:defRPr sz="1275" b="0">
                <a:solidFill>
                  <a:srgbClr val="F4F6F5"/>
                </a:solidFill>
                <a:latin typeface="Consolas"/>
                <a:ea typeface="Consolas"/>
                <a:cs typeface="Consolas"/>
              </a:defRPr>
            </a:pPr>
            <a:r>
              <a:rPr sz="1275" b="0">
                <a:solidFill>
                  <a:srgbClr val="F4F6F5"/>
                </a:solidFill>
                <a:latin typeface="Consolas"/>
                <a:ea typeface="Consolas"/>
                <a:cs typeface="Consolas"/>
              </a:rPr>
              <a:t>    window.localStorage.setItem(</a:t>
            </a:r>
          </a:p>
        </p:txBody>
      </p:sp>
      <p:sp>
        <p:nvSpPr>
          <p:cNvPr id="13" name="Rectangle 12">
            <a:extLst>
              <a:ext uri="{FF2B5EF4-FFF2-40B4-BE49-F238E27FC236}">
                <a16:creationId xmlns:a16="http://schemas.microsoft.com/office/drawing/2014/main" id="{1359F326-ACCF-4325-A80C-2D982B6F8553}"/>
              </a:ext>
            </a:extLst>
          </p:cNvPr>
          <p:cNvSpPr>
            <a:spLocks noGrp="1"/>
          </p:cNvSpPr>
          <p:nvPr/>
        </p:nvSpPr>
        <p:spPr>
          <a:xfrm>
            <a:off x="876300" y="3552825"/>
            <a:ext cx="6343650" cy="228600"/>
          </a:xfrm>
          <a:prstGeom prst="rect">
            <a:avLst/>
          </a:prstGeom>
          <a:noFill/>
          <a:ln w="0">
            <a:noFill/>
            <a:prstDash val="solid"/>
          </a:ln>
        </p:spPr>
        <p:txBody>
          <a:bodyPr anchor="ctr"/>
          <a:lstStyle>
            <a:defPPr algn="l">
              <a:defRPr sz="1275" b="0">
                <a:solidFill>
                  <a:srgbClr val="F4F6F5"/>
                </a:solidFill>
                <a:latin typeface="Consolas"/>
                <a:ea typeface="Consolas"/>
                <a:cs typeface="Consolas"/>
              </a:defRPr>
            </a:defPPr>
          </a:lstStyle>
          <a:p>
            <a:pPr algn="l">
              <a:defRPr sz="1275" b="0">
                <a:solidFill>
                  <a:srgbClr val="F4F6F5"/>
                </a:solidFill>
                <a:latin typeface="Consolas"/>
                <a:ea typeface="Consolas"/>
                <a:cs typeface="Consolas"/>
              </a:defRPr>
            </a:pPr>
            <a:r>
              <a:rPr sz="1275" b="0">
                <a:solidFill>
                  <a:srgbClr val="F4F6F5"/>
                </a:solidFill>
                <a:latin typeface="Consolas"/>
                <a:ea typeface="Consolas"/>
                <a:cs typeface="Consolas"/>
              </a:rPr>
              <a:t>      STORAGE_KEY, JSON.stringify(state)</a:t>
            </a:r>
          </a:p>
        </p:txBody>
      </p:sp>
      <p:sp>
        <p:nvSpPr>
          <p:cNvPr id="14" name="Rectangle 13">
            <a:extLst>
              <a:ext uri="{FF2B5EF4-FFF2-40B4-BE49-F238E27FC236}">
                <a16:creationId xmlns:a16="http://schemas.microsoft.com/office/drawing/2014/main" id="{F2AC9F22-D3EF-4355-99C9-6C6750C9B2FD}"/>
              </a:ext>
            </a:extLst>
          </p:cNvPr>
          <p:cNvSpPr>
            <a:spLocks noGrp="1"/>
          </p:cNvSpPr>
          <p:nvPr/>
        </p:nvSpPr>
        <p:spPr>
          <a:xfrm>
            <a:off x="876300" y="3790950"/>
            <a:ext cx="6343650" cy="228600"/>
          </a:xfrm>
          <a:prstGeom prst="rect">
            <a:avLst/>
          </a:prstGeom>
          <a:noFill/>
          <a:ln w="0">
            <a:noFill/>
            <a:prstDash val="solid"/>
          </a:ln>
        </p:spPr>
        <p:txBody>
          <a:bodyPr anchor="ctr"/>
          <a:lstStyle>
            <a:defPPr algn="l">
              <a:defRPr sz="1275" b="0">
                <a:solidFill>
                  <a:srgbClr val="F4F6F5"/>
                </a:solidFill>
                <a:latin typeface="Consolas"/>
                <a:ea typeface="Consolas"/>
                <a:cs typeface="Consolas"/>
              </a:defRPr>
            </a:defPPr>
          </a:lstStyle>
          <a:p>
            <a:pPr algn="l">
              <a:defRPr sz="1275" b="0">
                <a:solidFill>
                  <a:srgbClr val="F4F6F5"/>
                </a:solidFill>
                <a:latin typeface="Consolas"/>
                <a:ea typeface="Consolas"/>
                <a:cs typeface="Consolas"/>
              </a:defRPr>
            </a:pPr>
            <a:r>
              <a:rPr sz="1275" b="0">
                <a:solidFill>
                  <a:srgbClr val="F4F6F5"/>
                </a:solidFill>
                <a:latin typeface="Consolas"/>
                <a:ea typeface="Consolas"/>
                <a:cs typeface="Consolas"/>
              </a:rPr>
              <a:t>    );</a:t>
            </a:r>
          </a:p>
        </p:txBody>
      </p:sp>
      <p:sp>
        <p:nvSpPr>
          <p:cNvPr id="15" name="Rectangle 14">
            <a:extLst>
              <a:ext uri="{FF2B5EF4-FFF2-40B4-BE49-F238E27FC236}">
                <a16:creationId xmlns:a16="http://schemas.microsoft.com/office/drawing/2014/main" id="{9CCDC863-D72F-4C76-906E-C5D028A8FF43}"/>
              </a:ext>
            </a:extLst>
          </p:cNvPr>
          <p:cNvSpPr>
            <a:spLocks noGrp="1"/>
          </p:cNvSpPr>
          <p:nvPr/>
        </p:nvSpPr>
        <p:spPr>
          <a:xfrm>
            <a:off x="876300" y="4029075"/>
            <a:ext cx="6343650" cy="228600"/>
          </a:xfrm>
          <a:prstGeom prst="rect">
            <a:avLst/>
          </a:prstGeom>
          <a:noFill/>
          <a:ln w="0">
            <a:noFill/>
            <a:prstDash val="solid"/>
          </a:ln>
        </p:spPr>
        <p:txBody>
          <a:bodyPr anchor="ctr"/>
          <a:lstStyle>
            <a:defPPr algn="l">
              <a:defRPr sz="1275" b="0">
                <a:solidFill>
                  <a:srgbClr val="F4F6F5"/>
                </a:solidFill>
                <a:latin typeface="Consolas"/>
                <a:ea typeface="Consolas"/>
                <a:cs typeface="Consolas"/>
              </a:defRPr>
            </a:defPPr>
          </a:lstStyle>
          <a:p>
            <a:pPr algn="l">
              <a:defRPr sz="1275" b="0">
                <a:solidFill>
                  <a:srgbClr val="F4F6F5"/>
                </a:solidFill>
                <a:latin typeface="Consolas"/>
                <a:ea typeface="Consolas"/>
                <a:cs typeface="Consolas"/>
              </a:defRPr>
            </a:pPr>
            <a:r>
              <a:rPr sz="1275" b="0">
                <a:solidFill>
                  <a:srgbClr val="F4F6F5"/>
                </a:solidFill>
                <a:latin typeface="Consolas"/>
                <a:ea typeface="Consolas"/>
                <a:cs typeface="Consolas"/>
              </a:rPr>
              <a:t>    setSaveError(false);</a:t>
            </a:r>
          </a:p>
        </p:txBody>
      </p:sp>
      <p:sp>
        <p:nvSpPr>
          <p:cNvPr id="16" name="Rectangle 15">
            <a:extLst>
              <a:ext uri="{FF2B5EF4-FFF2-40B4-BE49-F238E27FC236}">
                <a16:creationId xmlns:a16="http://schemas.microsoft.com/office/drawing/2014/main" id="{D921BF1C-4A1B-4D8A-BBC2-CD3FAAFCA6A0}"/>
              </a:ext>
            </a:extLst>
          </p:cNvPr>
          <p:cNvSpPr>
            <a:spLocks noGrp="1"/>
          </p:cNvSpPr>
          <p:nvPr/>
        </p:nvSpPr>
        <p:spPr>
          <a:xfrm>
            <a:off x="876300" y="4267200"/>
            <a:ext cx="6343650" cy="228600"/>
          </a:xfrm>
          <a:prstGeom prst="rect">
            <a:avLst/>
          </a:prstGeom>
          <a:noFill/>
          <a:ln w="0">
            <a:noFill/>
            <a:prstDash val="solid"/>
          </a:ln>
        </p:spPr>
        <p:txBody>
          <a:bodyPr anchor="ctr"/>
          <a:lstStyle>
            <a:defPPr algn="l">
              <a:defRPr sz="1275" b="0">
                <a:solidFill>
                  <a:srgbClr val="FF8B4A"/>
                </a:solidFill>
                <a:latin typeface="Consolas"/>
                <a:ea typeface="Consolas"/>
                <a:cs typeface="Consolas"/>
              </a:defRPr>
            </a:defPPr>
          </a:lstStyle>
          <a:p>
            <a:pPr algn="l">
              <a:defRPr sz="1275" b="0">
                <a:solidFill>
                  <a:srgbClr val="FF8B4A"/>
                </a:solidFill>
                <a:latin typeface="Consolas"/>
                <a:ea typeface="Consolas"/>
                <a:cs typeface="Consolas"/>
              </a:defRPr>
            </a:pPr>
            <a:r>
              <a:rPr sz="1275" b="0">
                <a:solidFill>
                  <a:srgbClr val="FF8B4A"/>
                </a:solidFill>
                <a:latin typeface="Consolas"/>
                <a:ea typeface="Consolas"/>
                <a:cs typeface="Consolas"/>
              </a:rPr>
              <a:t>  } catch {</a:t>
            </a:r>
          </a:p>
        </p:txBody>
      </p:sp>
      <p:sp>
        <p:nvSpPr>
          <p:cNvPr id="17" name="Rectangle 16">
            <a:extLst>
              <a:ext uri="{FF2B5EF4-FFF2-40B4-BE49-F238E27FC236}">
                <a16:creationId xmlns:a16="http://schemas.microsoft.com/office/drawing/2014/main" id="{71A5C741-432E-40CD-991D-801228E4D0E9}"/>
              </a:ext>
            </a:extLst>
          </p:cNvPr>
          <p:cNvSpPr>
            <a:spLocks noGrp="1"/>
          </p:cNvSpPr>
          <p:nvPr/>
        </p:nvSpPr>
        <p:spPr>
          <a:xfrm>
            <a:off x="876300" y="4505325"/>
            <a:ext cx="6343650" cy="228600"/>
          </a:xfrm>
          <a:prstGeom prst="rect">
            <a:avLst/>
          </a:prstGeom>
          <a:noFill/>
          <a:ln w="0">
            <a:noFill/>
            <a:prstDash val="solid"/>
          </a:ln>
        </p:spPr>
        <p:txBody>
          <a:bodyPr anchor="ctr"/>
          <a:lstStyle>
            <a:defPPr algn="l">
              <a:defRPr sz="1275" b="0">
                <a:solidFill>
                  <a:srgbClr val="F4F6F5"/>
                </a:solidFill>
                <a:latin typeface="Consolas"/>
                <a:ea typeface="Consolas"/>
                <a:cs typeface="Consolas"/>
              </a:defRPr>
            </a:defPPr>
          </a:lstStyle>
          <a:p>
            <a:pPr algn="l">
              <a:defRPr sz="1275" b="0">
                <a:solidFill>
                  <a:srgbClr val="F4F6F5"/>
                </a:solidFill>
                <a:latin typeface="Consolas"/>
                <a:ea typeface="Consolas"/>
                <a:cs typeface="Consolas"/>
              </a:defRPr>
            </a:pPr>
            <a:r>
              <a:rPr sz="1275" b="0">
                <a:solidFill>
                  <a:srgbClr val="F4F6F5"/>
                </a:solidFill>
                <a:latin typeface="Consolas"/>
                <a:ea typeface="Consolas"/>
                <a:cs typeface="Consolas"/>
              </a:rPr>
              <a:t>    setSaveError(true);</a:t>
            </a:r>
          </a:p>
        </p:txBody>
      </p:sp>
      <p:sp>
        <p:nvSpPr>
          <p:cNvPr id="18" name="Rectangle 17">
            <a:extLst>
              <a:ext uri="{FF2B5EF4-FFF2-40B4-BE49-F238E27FC236}">
                <a16:creationId xmlns:a16="http://schemas.microsoft.com/office/drawing/2014/main" id="{7F84A718-6913-4B5B-81A2-E9E57CC22668}"/>
              </a:ext>
            </a:extLst>
          </p:cNvPr>
          <p:cNvSpPr>
            <a:spLocks noGrp="1"/>
          </p:cNvSpPr>
          <p:nvPr/>
        </p:nvSpPr>
        <p:spPr>
          <a:xfrm>
            <a:off x="876300" y="4743450"/>
            <a:ext cx="6343650" cy="228600"/>
          </a:xfrm>
          <a:prstGeom prst="rect">
            <a:avLst/>
          </a:prstGeom>
          <a:noFill/>
          <a:ln w="0">
            <a:noFill/>
            <a:prstDash val="solid"/>
          </a:ln>
        </p:spPr>
        <p:txBody>
          <a:bodyPr anchor="ctr"/>
          <a:lstStyle>
            <a:defPPr algn="l">
              <a:defRPr sz="1275" b="0">
                <a:solidFill>
                  <a:srgbClr val="F4F6F5"/>
                </a:solidFill>
                <a:latin typeface="Consolas"/>
                <a:ea typeface="Consolas"/>
                <a:cs typeface="Consolas"/>
              </a:defRPr>
            </a:defPPr>
          </a:lstStyle>
          <a:p>
            <a:pPr algn="l">
              <a:defRPr sz="1275" b="0">
                <a:solidFill>
                  <a:srgbClr val="F4F6F5"/>
                </a:solidFill>
                <a:latin typeface="Consolas"/>
                <a:ea typeface="Consolas"/>
                <a:cs typeface="Consolas"/>
              </a:defRPr>
            </a:pPr>
            <a:r>
              <a:rPr sz="1275" b="0">
                <a:solidFill>
                  <a:srgbClr val="F4F6F5"/>
                </a:solidFill>
                <a:latin typeface="Consolas"/>
                <a:ea typeface="Consolas"/>
                <a:cs typeface="Consolas"/>
              </a:rPr>
              <a:t>  }</a:t>
            </a:r>
          </a:p>
        </p:txBody>
      </p:sp>
      <p:sp>
        <p:nvSpPr>
          <p:cNvPr id="19" name="Rectangle 18">
            <a:extLst>
              <a:ext uri="{FF2B5EF4-FFF2-40B4-BE49-F238E27FC236}">
                <a16:creationId xmlns:a16="http://schemas.microsoft.com/office/drawing/2014/main" id="{BE931453-D17A-4A07-864D-5A578752EDB1}"/>
              </a:ext>
            </a:extLst>
          </p:cNvPr>
          <p:cNvSpPr>
            <a:spLocks noGrp="1"/>
          </p:cNvSpPr>
          <p:nvPr/>
        </p:nvSpPr>
        <p:spPr>
          <a:xfrm>
            <a:off x="876300" y="4981575"/>
            <a:ext cx="6343650" cy="228600"/>
          </a:xfrm>
          <a:prstGeom prst="rect">
            <a:avLst/>
          </a:prstGeom>
          <a:noFill/>
          <a:ln w="0">
            <a:noFill/>
            <a:prstDash val="solid"/>
          </a:ln>
        </p:spPr>
        <p:txBody>
          <a:bodyPr anchor="ctr"/>
          <a:lstStyle>
            <a:defPPr algn="l">
              <a:defRPr sz="1275" b="0">
                <a:solidFill>
                  <a:srgbClr val="F4F6F5"/>
                </a:solidFill>
                <a:latin typeface="Consolas"/>
                <a:ea typeface="Consolas"/>
                <a:cs typeface="Consolas"/>
              </a:defRPr>
            </a:defPPr>
          </a:lstStyle>
          <a:p>
            <a:pPr algn="l">
              <a:defRPr sz="1275" b="0">
                <a:solidFill>
                  <a:srgbClr val="F4F6F5"/>
                </a:solidFill>
                <a:latin typeface="Consolas"/>
                <a:ea typeface="Consolas"/>
                <a:cs typeface="Consolas"/>
              </a:defRPr>
            </a:pPr>
            <a:r>
              <a:rPr sz="1275" b="0">
                <a:solidFill>
                  <a:srgbClr val="F4F6F5"/>
                </a:solidFill>
                <a:latin typeface="Consolas"/>
                <a:ea typeface="Consolas"/>
                <a:cs typeface="Consolas"/>
              </a:rPr>
              <a:t>}, [state]);</a:t>
            </a:r>
          </a:p>
        </p:txBody>
      </p:sp>
      <p:sp>
        <p:nvSpPr>
          <p:cNvPr id="20" name="Rectangle 19">
            <a:extLst>
              <a:ext uri="{FF2B5EF4-FFF2-40B4-BE49-F238E27FC236}">
                <a16:creationId xmlns:a16="http://schemas.microsoft.com/office/drawing/2014/main" id="{73EBEA8C-6CAF-454D-B648-6296248A077A}"/>
              </a:ext>
            </a:extLst>
          </p:cNvPr>
          <p:cNvSpPr>
            <a:spLocks noGrp="1"/>
          </p:cNvSpPr>
          <p:nvPr/>
        </p:nvSpPr>
        <p:spPr>
          <a:xfrm>
            <a:off x="8096250" y="2190750"/>
            <a:ext cx="3048000" cy="238125"/>
          </a:xfrm>
          <a:prstGeom prst="rect">
            <a:avLst/>
          </a:prstGeom>
          <a:noFill/>
          <a:ln w="0">
            <a:noFill/>
            <a:prstDash val="solid"/>
          </a:ln>
        </p:spPr>
        <p:txBody>
          <a:bodyPr anchor="ctr"/>
          <a:lstStyle>
            <a:defPPr algn="l">
              <a:defRPr sz="1050" b="1">
                <a:solidFill>
                  <a:srgbClr val="C5F52A"/>
                </a:solidFill>
                <a:latin typeface="Arial"/>
                <a:ea typeface="Arial"/>
                <a:cs typeface="Arial"/>
              </a:defRPr>
            </a:defPPr>
          </a:lstStyle>
          <a:p>
            <a:pPr algn="l">
              <a:defRPr sz="1050" b="1">
                <a:solidFill>
                  <a:srgbClr val="C5F52A"/>
                </a:solidFill>
                <a:latin typeface="Arial"/>
                <a:ea typeface="Arial"/>
                <a:cs typeface="Arial"/>
              </a:defRPr>
            </a:pPr>
            <a:r>
              <a:rPr sz="1050" b="1">
                <a:solidFill>
                  <a:srgbClr val="C5F52A"/>
                </a:solidFill>
                <a:latin typeface="Arial"/>
                <a:ea typeface="Arial"/>
                <a:cs typeface="Arial"/>
              </a:rPr>
              <a:t>WHAT THIS ENABLES</a:t>
            </a:r>
          </a:p>
        </p:txBody>
      </p:sp>
      <p:sp>
        <p:nvSpPr>
          <p:cNvPr id="21" name="Rectangle: Rounded Corners 20">
            <a:extLst>
              <a:ext uri="{FF2B5EF4-FFF2-40B4-BE49-F238E27FC236}">
                <a16:creationId xmlns:a16="http://schemas.microsoft.com/office/drawing/2014/main" id="{5082137B-4BE5-4A4B-9229-1A28181E74C7}"/>
              </a:ext>
            </a:extLst>
          </p:cNvPr>
          <p:cNvSpPr>
            <a:spLocks noGrp="1"/>
          </p:cNvSpPr>
          <p:nvPr/>
        </p:nvSpPr>
        <p:spPr>
          <a:xfrm>
            <a:off x="8096250" y="2647950"/>
            <a:ext cx="3333750" cy="628650"/>
          </a:xfrm>
          <a:prstGeom prst="roundRect">
            <a:avLst>
              <a:gd name="adj" fmla="val 12121"/>
            </a:avLst>
          </a:prstGeom>
          <a:solidFill>
            <a:srgbClr val="191D20"/>
          </a:solidFill>
          <a:ln w="9525">
            <a:solidFill>
              <a:srgbClr val="343B40"/>
            </a:solidFill>
            <a:prstDash val="solid"/>
          </a:ln>
        </p:spPr>
      </p:sp>
      <p:sp>
        <p:nvSpPr>
          <p:cNvPr id="22" name="Rectangle 21">
            <a:extLst>
              <a:ext uri="{FF2B5EF4-FFF2-40B4-BE49-F238E27FC236}">
                <a16:creationId xmlns:a16="http://schemas.microsoft.com/office/drawing/2014/main" id="{1089CC35-ECED-4777-9387-4933A6F876AA}"/>
              </a:ext>
            </a:extLst>
          </p:cNvPr>
          <p:cNvSpPr>
            <a:spLocks noGrp="1"/>
          </p:cNvSpPr>
          <p:nvPr/>
        </p:nvSpPr>
        <p:spPr>
          <a:xfrm>
            <a:off x="8286750" y="2867025"/>
            <a:ext cx="76200" cy="190500"/>
          </a:xfrm>
          <a:prstGeom prst="rect">
            <a:avLst/>
          </a:prstGeom>
          <a:solidFill>
            <a:srgbClr val="C5F52A"/>
          </a:solidFill>
          <a:ln w="0">
            <a:solidFill>
              <a:srgbClr val="C5F52A"/>
            </a:solidFill>
            <a:prstDash val="solid"/>
          </a:ln>
        </p:spPr>
      </p:sp>
      <p:sp>
        <p:nvSpPr>
          <p:cNvPr id="23" name="Rectangle 22">
            <a:extLst>
              <a:ext uri="{FF2B5EF4-FFF2-40B4-BE49-F238E27FC236}">
                <a16:creationId xmlns:a16="http://schemas.microsoft.com/office/drawing/2014/main" id="{7B519B61-A37B-42AE-9B91-D07BB2B18E93}"/>
              </a:ext>
            </a:extLst>
          </p:cNvPr>
          <p:cNvSpPr>
            <a:spLocks noGrp="1"/>
          </p:cNvSpPr>
          <p:nvPr/>
        </p:nvSpPr>
        <p:spPr>
          <a:xfrm>
            <a:off x="8486775" y="2724150"/>
            <a:ext cx="2714625" cy="476250"/>
          </a:xfrm>
          <a:prstGeom prst="rect">
            <a:avLst/>
          </a:prstGeom>
          <a:noFill/>
          <a:ln w="0">
            <a:noFill/>
            <a:prstDash val="solid"/>
          </a:ln>
        </p:spPr>
        <p:txBody>
          <a:bodyPr anchor="ctr"/>
          <a:lstStyle>
            <a:defPPr algn="l">
              <a:defRPr sz="1200" b="0">
                <a:solidFill>
                  <a:srgbClr val="F4F6F5"/>
                </a:solidFill>
                <a:latin typeface="Arial"/>
                <a:ea typeface="Arial"/>
                <a:cs typeface="Arial"/>
              </a:defRPr>
            </a:defPPr>
          </a:lstStyle>
          <a:p>
            <a:pPr algn="l">
              <a:defRPr sz="1200" b="0">
                <a:solidFill>
                  <a:srgbClr val="F4F6F5"/>
                </a:solidFill>
                <a:latin typeface="Arial"/>
                <a:ea typeface="Arial"/>
                <a:cs typeface="Arial"/>
              </a:defRPr>
            </a:pPr>
            <a:r>
              <a:rPr sz="1200" b="0">
                <a:solidFill>
                  <a:srgbClr val="F4F6F5"/>
                </a:solidFill>
                <a:latin typeface="Arial"/>
                <a:ea typeface="Arial"/>
                <a:cs typeface="Arial"/>
              </a:rPr>
              <a:t>Saved routines remain available after refresh.</a:t>
            </a:r>
          </a:p>
        </p:txBody>
      </p:sp>
      <p:sp>
        <p:nvSpPr>
          <p:cNvPr id="24" name="Rectangle: Rounded Corners 23">
            <a:extLst>
              <a:ext uri="{FF2B5EF4-FFF2-40B4-BE49-F238E27FC236}">
                <a16:creationId xmlns:a16="http://schemas.microsoft.com/office/drawing/2014/main" id="{F6AA196B-F70A-48B1-840B-A2F3B66235E4}"/>
              </a:ext>
            </a:extLst>
          </p:cNvPr>
          <p:cNvSpPr>
            <a:spLocks noGrp="1"/>
          </p:cNvSpPr>
          <p:nvPr/>
        </p:nvSpPr>
        <p:spPr>
          <a:xfrm>
            <a:off x="8096250" y="3438525"/>
            <a:ext cx="3333750" cy="628650"/>
          </a:xfrm>
          <a:prstGeom prst="roundRect">
            <a:avLst>
              <a:gd name="adj" fmla="val 12121"/>
            </a:avLst>
          </a:prstGeom>
          <a:solidFill>
            <a:srgbClr val="191D20"/>
          </a:solidFill>
          <a:ln w="9525">
            <a:solidFill>
              <a:srgbClr val="343B40"/>
            </a:solidFill>
            <a:prstDash val="solid"/>
          </a:ln>
        </p:spPr>
      </p:sp>
      <p:sp>
        <p:nvSpPr>
          <p:cNvPr id="25" name="Rectangle 24">
            <a:extLst>
              <a:ext uri="{FF2B5EF4-FFF2-40B4-BE49-F238E27FC236}">
                <a16:creationId xmlns:a16="http://schemas.microsoft.com/office/drawing/2014/main" id="{522CFB10-9CFE-4BC1-A337-CB632F92E750}"/>
              </a:ext>
            </a:extLst>
          </p:cNvPr>
          <p:cNvSpPr>
            <a:spLocks noGrp="1"/>
          </p:cNvSpPr>
          <p:nvPr/>
        </p:nvSpPr>
        <p:spPr>
          <a:xfrm>
            <a:off x="8286750" y="3657600"/>
            <a:ext cx="76200" cy="190500"/>
          </a:xfrm>
          <a:prstGeom prst="rect">
            <a:avLst/>
          </a:prstGeom>
          <a:solidFill>
            <a:srgbClr val="C5F52A"/>
          </a:solidFill>
          <a:ln w="0">
            <a:solidFill>
              <a:srgbClr val="C5F52A"/>
            </a:solidFill>
            <a:prstDash val="solid"/>
          </a:ln>
        </p:spPr>
      </p:sp>
      <p:sp>
        <p:nvSpPr>
          <p:cNvPr id="26" name="Rectangle 25">
            <a:extLst>
              <a:ext uri="{FF2B5EF4-FFF2-40B4-BE49-F238E27FC236}">
                <a16:creationId xmlns:a16="http://schemas.microsoft.com/office/drawing/2014/main" id="{0580B814-82D8-4B0A-B893-0DF485081E94}"/>
              </a:ext>
            </a:extLst>
          </p:cNvPr>
          <p:cNvSpPr>
            <a:spLocks noGrp="1"/>
          </p:cNvSpPr>
          <p:nvPr/>
        </p:nvSpPr>
        <p:spPr>
          <a:xfrm>
            <a:off x="8486775" y="3514725"/>
            <a:ext cx="2714625" cy="476250"/>
          </a:xfrm>
          <a:prstGeom prst="rect">
            <a:avLst/>
          </a:prstGeom>
          <a:noFill/>
          <a:ln w="0">
            <a:noFill/>
            <a:prstDash val="solid"/>
          </a:ln>
        </p:spPr>
        <p:txBody>
          <a:bodyPr anchor="ctr"/>
          <a:lstStyle>
            <a:defPPr algn="l">
              <a:defRPr sz="1200" b="0">
                <a:solidFill>
                  <a:srgbClr val="F4F6F5"/>
                </a:solidFill>
                <a:latin typeface="Arial"/>
                <a:ea typeface="Arial"/>
                <a:cs typeface="Arial"/>
              </a:defRPr>
            </a:defPPr>
          </a:lstStyle>
          <a:p>
            <a:pPr algn="l">
              <a:defRPr sz="1200" b="0">
                <a:solidFill>
                  <a:srgbClr val="F4F6F5"/>
                </a:solidFill>
                <a:latin typeface="Arial"/>
                <a:ea typeface="Arial"/>
                <a:cs typeface="Arial"/>
              </a:defRPr>
            </a:pPr>
            <a:r>
              <a:rPr sz="1200" b="0">
                <a:solidFill>
                  <a:srgbClr val="F4F6F5"/>
                </a:solidFill>
                <a:latin typeface="Arial"/>
                <a:ea typeface="Arial"/>
                <a:cs typeface="Arial"/>
              </a:rPr>
              <a:t>Workout history is stored in the same browser.</a:t>
            </a:r>
          </a:p>
        </p:txBody>
      </p:sp>
      <p:sp>
        <p:nvSpPr>
          <p:cNvPr id="27" name="Rectangle: Rounded Corners 26">
            <a:extLst>
              <a:ext uri="{FF2B5EF4-FFF2-40B4-BE49-F238E27FC236}">
                <a16:creationId xmlns:a16="http://schemas.microsoft.com/office/drawing/2014/main" id="{B19092DB-928E-4088-A201-D11BA77DD4BE}"/>
              </a:ext>
            </a:extLst>
          </p:cNvPr>
          <p:cNvSpPr>
            <a:spLocks noGrp="1"/>
          </p:cNvSpPr>
          <p:nvPr/>
        </p:nvSpPr>
        <p:spPr>
          <a:xfrm>
            <a:off x="8096250" y="4229100"/>
            <a:ext cx="3333750" cy="628650"/>
          </a:xfrm>
          <a:prstGeom prst="roundRect">
            <a:avLst>
              <a:gd name="adj" fmla="val 12121"/>
            </a:avLst>
          </a:prstGeom>
          <a:solidFill>
            <a:srgbClr val="191D20"/>
          </a:solidFill>
          <a:ln w="9525">
            <a:solidFill>
              <a:srgbClr val="343B40"/>
            </a:solidFill>
            <a:prstDash val="solid"/>
          </a:ln>
        </p:spPr>
      </p:sp>
      <p:sp>
        <p:nvSpPr>
          <p:cNvPr id="28" name="Rectangle 27">
            <a:extLst>
              <a:ext uri="{FF2B5EF4-FFF2-40B4-BE49-F238E27FC236}">
                <a16:creationId xmlns:a16="http://schemas.microsoft.com/office/drawing/2014/main" id="{14A38484-AB1D-472D-AFB8-CBD8EF174F96}"/>
              </a:ext>
            </a:extLst>
          </p:cNvPr>
          <p:cNvSpPr>
            <a:spLocks noGrp="1"/>
          </p:cNvSpPr>
          <p:nvPr/>
        </p:nvSpPr>
        <p:spPr>
          <a:xfrm>
            <a:off x="8286750" y="4448175"/>
            <a:ext cx="76200" cy="190500"/>
          </a:xfrm>
          <a:prstGeom prst="rect">
            <a:avLst/>
          </a:prstGeom>
          <a:solidFill>
            <a:srgbClr val="C5F52A"/>
          </a:solidFill>
          <a:ln w="0">
            <a:solidFill>
              <a:srgbClr val="C5F52A"/>
            </a:solidFill>
            <a:prstDash val="solid"/>
          </a:ln>
        </p:spPr>
      </p:sp>
      <p:sp>
        <p:nvSpPr>
          <p:cNvPr id="29" name="Rectangle 28">
            <a:extLst>
              <a:ext uri="{FF2B5EF4-FFF2-40B4-BE49-F238E27FC236}">
                <a16:creationId xmlns:a16="http://schemas.microsoft.com/office/drawing/2014/main" id="{A682EFA7-6CE3-4B66-A611-0A0B1E28B854}"/>
              </a:ext>
            </a:extLst>
          </p:cNvPr>
          <p:cNvSpPr>
            <a:spLocks noGrp="1"/>
          </p:cNvSpPr>
          <p:nvPr/>
        </p:nvSpPr>
        <p:spPr>
          <a:xfrm>
            <a:off x="8486775" y="4305300"/>
            <a:ext cx="2714625" cy="476250"/>
          </a:xfrm>
          <a:prstGeom prst="rect">
            <a:avLst/>
          </a:prstGeom>
          <a:noFill/>
          <a:ln w="0">
            <a:noFill/>
            <a:prstDash val="solid"/>
          </a:ln>
        </p:spPr>
        <p:txBody>
          <a:bodyPr anchor="ctr"/>
          <a:lstStyle>
            <a:defPPr algn="l">
              <a:defRPr sz="1200" b="0">
                <a:solidFill>
                  <a:srgbClr val="F4F6F5"/>
                </a:solidFill>
                <a:latin typeface="Arial"/>
                <a:ea typeface="Arial"/>
                <a:cs typeface="Arial"/>
              </a:defRPr>
            </a:defPPr>
          </a:lstStyle>
          <a:p>
            <a:pPr algn="l">
              <a:defRPr sz="1200" b="0">
                <a:solidFill>
                  <a:srgbClr val="F4F6F5"/>
                </a:solidFill>
                <a:latin typeface="Arial"/>
                <a:ea typeface="Arial"/>
                <a:cs typeface="Arial"/>
              </a:defRPr>
            </a:pPr>
            <a:r>
              <a:rPr sz="1200" b="0">
                <a:solidFill>
                  <a:srgbClr val="F4F6F5"/>
                </a:solidFill>
                <a:latin typeface="Arial"/>
                <a:ea typeface="Arial"/>
                <a:cs typeface="Arial"/>
              </a:rPr>
              <a:t>A save error is handled without crashing the interface.</a:t>
            </a:r>
          </a:p>
        </p:txBody>
      </p:sp>
      <p:sp>
        <p:nvSpPr>
          <p:cNvPr id="30" name="Rectangle 29">
            <a:extLst>
              <a:ext uri="{FF2B5EF4-FFF2-40B4-BE49-F238E27FC236}">
                <a16:creationId xmlns:a16="http://schemas.microsoft.com/office/drawing/2014/main" id="{D53B654F-053F-4951-B2B9-EBE7D0B83DFE}"/>
              </a:ext>
            </a:extLst>
          </p:cNvPr>
          <p:cNvSpPr>
            <a:spLocks noGrp="1"/>
          </p:cNvSpPr>
          <p:nvPr/>
        </p:nvSpPr>
        <p:spPr>
          <a:xfrm>
            <a:off x="609600" y="5657850"/>
            <a:ext cx="8572500" cy="266700"/>
          </a:xfrm>
          <a:prstGeom prst="rect">
            <a:avLst/>
          </a:prstGeom>
          <a:noFill/>
          <a:ln w="0">
            <a:noFill/>
            <a:prstDash val="solid"/>
          </a:ln>
        </p:spPr>
        <p:txBody>
          <a:bodyPr anchor="ctr"/>
          <a:lstStyle>
            <a:defPPr algn="l">
              <a:defRPr sz="1050" b="0">
                <a:solidFill>
                  <a:srgbClr val="AAB4B6"/>
                </a:solidFill>
                <a:latin typeface="Arial"/>
                <a:ea typeface="Arial"/>
                <a:cs typeface="Arial"/>
              </a:defRPr>
            </a:defPPr>
          </a:lstStyle>
          <a:p>
            <a:pPr algn="l">
              <a:defRPr sz="1050" b="0">
                <a:solidFill>
                  <a:srgbClr val="AAB4B6"/>
                </a:solidFill>
                <a:latin typeface="Arial"/>
                <a:ea typeface="Arial"/>
                <a:cs typeface="Arial"/>
              </a:defRPr>
            </a:pPr>
            <a:r>
              <a:rPr sz="1050" b="0">
                <a:solidFill>
                  <a:srgbClr val="AAB4B6"/>
                </a:solidFill>
                <a:latin typeface="Arial"/>
                <a:ea typeface="Arial"/>
                <a:cs typeface="Arial"/>
              </a:rPr>
              <a:t>Illustrative excerpt from the supplied FitTrack.jsx source.</a:t>
            </a:r>
          </a:p>
        </p:txBody>
      </p:sp>
    </p:spTree>
    <p:extLst>
      <p:ext uri="{BB962C8B-B14F-4D97-AF65-F5344CB8AC3E}">
        <p14:creationId xmlns:p14="http://schemas.microsoft.com/office/powerpoint/2010/main" val="18748153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01214"/>
        </a:solidFill>
        <a:effectLst/>
      </p:bgPr>
    </p:bg>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B4CCE517-A7B2-42C6-BAB9-A54B64E39499}"/>
              </a:ext>
            </a:extLst>
          </p:cNvPr>
          <p:cNvSpPr>
            <a:spLocks noGrp="1"/>
          </p:cNvSpPr>
          <p:nvPr/>
        </p:nvSpPr>
        <p:spPr>
          <a:xfrm>
            <a:off x="609600" y="361950"/>
            <a:ext cx="6667500" cy="209550"/>
          </a:xfrm>
          <a:prstGeom prst="rect">
            <a:avLst/>
          </a:prstGeom>
          <a:noFill/>
          <a:ln w="0">
            <a:noFill/>
            <a:prstDash val="solid"/>
          </a:ln>
        </p:spPr>
        <p:txBody>
          <a:bodyPr anchor="ctr"/>
          <a:lstStyle>
            <a:defPPr algn="l">
              <a:defRPr sz="975" b="1">
                <a:solidFill>
                  <a:srgbClr val="C5F52A"/>
                </a:solidFill>
                <a:latin typeface="Arial"/>
                <a:ea typeface="Arial"/>
                <a:cs typeface="Arial"/>
              </a:defRPr>
            </a:defPPr>
          </a:lstStyle>
          <a:p>
            <a:pPr algn="l">
              <a:defRPr sz="975" b="1">
                <a:solidFill>
                  <a:srgbClr val="C5F52A"/>
                </a:solidFill>
                <a:latin typeface="Arial"/>
                <a:ea typeface="Arial"/>
                <a:cs typeface="Arial"/>
              </a:defRPr>
            </a:pPr>
            <a:r>
              <a:rPr sz="975" b="1">
                <a:solidFill>
                  <a:srgbClr val="C5F52A"/>
                </a:solidFill>
                <a:latin typeface="Arial"/>
                <a:ea typeface="Arial"/>
                <a:cs typeface="Arial"/>
              </a:rPr>
              <a:t>APPLICATION STRUCTURE</a:t>
            </a:r>
          </a:p>
        </p:txBody>
      </p:sp>
      <p:sp>
        <p:nvSpPr>
          <p:cNvPr id="2" name="Rectangle 1">
            <a:extLst>
              <a:ext uri="{FF2B5EF4-FFF2-40B4-BE49-F238E27FC236}">
                <a16:creationId xmlns:a16="http://schemas.microsoft.com/office/drawing/2014/main" id="{F5CCAA90-46F9-45C3-90A7-E459ABE92789}"/>
              </a:ext>
            </a:extLst>
          </p:cNvPr>
          <p:cNvSpPr>
            <a:spLocks noGrp="1"/>
          </p:cNvSpPr>
          <p:nvPr/>
        </p:nvSpPr>
        <p:spPr>
          <a:xfrm>
            <a:off x="609600" y="619125"/>
            <a:ext cx="10668000" cy="552450"/>
          </a:xfrm>
          <a:prstGeom prst="rect">
            <a:avLst/>
          </a:prstGeom>
          <a:noFill/>
          <a:ln w="0">
            <a:noFill/>
            <a:prstDash val="solid"/>
          </a:ln>
        </p:spPr>
        <p:txBody>
          <a:bodyPr anchor="ctr"/>
          <a:lstStyle>
            <a:defPPr algn="l">
              <a:defRPr sz="2850" b="1">
                <a:solidFill>
                  <a:srgbClr val="F4F6F5"/>
                </a:solidFill>
                <a:latin typeface="Arial"/>
                <a:ea typeface="Arial"/>
                <a:cs typeface="Arial"/>
              </a:defRPr>
            </a:defPPr>
          </a:lstStyle>
          <a:p>
            <a:pPr algn="l">
              <a:defRPr sz="2850" b="1">
                <a:solidFill>
                  <a:srgbClr val="F4F6F5"/>
                </a:solidFill>
                <a:latin typeface="Arial"/>
                <a:ea typeface="Arial"/>
                <a:cs typeface="Arial"/>
              </a:defRPr>
            </a:pPr>
            <a:r>
              <a:rPr sz="2850" b="1">
                <a:solidFill>
                  <a:srgbClr val="F4F6F5"/>
                </a:solidFill>
                <a:latin typeface="Arial"/>
                <a:ea typeface="Arial"/>
                <a:cs typeface="Arial"/>
              </a:rPr>
              <a:t>Architecture diagram</a:t>
            </a:r>
          </a:p>
        </p:txBody>
      </p:sp>
      <p:sp>
        <p:nvSpPr>
          <p:cNvPr id="3" name="Rectangle 2">
            <a:extLst>
              <a:ext uri="{FF2B5EF4-FFF2-40B4-BE49-F238E27FC236}">
                <a16:creationId xmlns:a16="http://schemas.microsoft.com/office/drawing/2014/main" id="{92464AB2-9424-4112-8954-CFBD02E0C99C}"/>
              </a:ext>
            </a:extLst>
          </p:cNvPr>
          <p:cNvSpPr>
            <a:spLocks noGrp="1"/>
          </p:cNvSpPr>
          <p:nvPr/>
        </p:nvSpPr>
        <p:spPr>
          <a:xfrm>
            <a:off x="609600" y="1304925"/>
            <a:ext cx="10972800" cy="9525"/>
          </a:xfrm>
          <a:prstGeom prst="rect">
            <a:avLst/>
          </a:prstGeom>
          <a:solidFill>
            <a:srgbClr val="343B40"/>
          </a:solidFill>
          <a:ln w="0">
            <a:solidFill>
              <a:srgbClr val="343B40"/>
            </a:solidFill>
            <a:prstDash val="solid"/>
          </a:ln>
        </p:spPr>
      </p:sp>
      <p:sp>
        <p:nvSpPr>
          <p:cNvPr id="4" name="Rectangle 3">
            <a:extLst>
              <a:ext uri="{FF2B5EF4-FFF2-40B4-BE49-F238E27FC236}">
                <a16:creationId xmlns:a16="http://schemas.microsoft.com/office/drawing/2014/main" id="{C92ED8EB-A7B5-4953-B20A-3A4EE9EE286E}"/>
              </a:ext>
            </a:extLst>
          </p:cNvPr>
          <p:cNvSpPr>
            <a:spLocks noGrp="1"/>
          </p:cNvSpPr>
          <p:nvPr/>
        </p:nvSpPr>
        <p:spPr>
          <a:xfrm>
            <a:off x="609600" y="6419850"/>
            <a:ext cx="4762500" cy="171450"/>
          </a:xfrm>
          <a:prstGeom prst="rect">
            <a:avLst/>
          </a:prstGeom>
          <a:noFill/>
          <a:ln w="0">
            <a:noFill/>
            <a:prstDash val="solid"/>
          </a:ln>
        </p:spPr>
        <p:txBody>
          <a:bodyPr anchor="ctr"/>
          <a:lstStyle>
            <a:defPPr algn="l">
              <a:defRPr sz="825" b="1">
                <a:solidFill>
                  <a:srgbClr val="AAB4B6"/>
                </a:solidFill>
                <a:latin typeface="Arial"/>
                <a:ea typeface="Arial"/>
                <a:cs typeface="Arial"/>
              </a:defRPr>
            </a:defPPr>
          </a:lstStyle>
          <a:p>
            <a:pPr algn="l">
              <a:defRPr sz="825" b="1">
                <a:solidFill>
                  <a:srgbClr val="AAB4B6"/>
                </a:solidFill>
                <a:latin typeface="Arial"/>
                <a:ea typeface="Arial"/>
                <a:cs typeface="Arial"/>
              </a:defRPr>
            </a:pPr>
            <a:r>
              <a:rPr sz="825" b="1">
                <a:solidFill>
                  <a:srgbClr val="AAB4B6"/>
                </a:solidFill>
                <a:latin typeface="Arial"/>
                <a:ea typeface="Arial"/>
                <a:cs typeface="Arial"/>
              </a:rPr>
              <a:t>FITTRACK  /  FITNESS &amp; WELLNESS</a:t>
            </a:r>
          </a:p>
        </p:txBody>
      </p:sp>
      <p:sp>
        <p:nvSpPr>
          <p:cNvPr id="5" name="Rectangle 4">
            <a:extLst>
              <a:ext uri="{FF2B5EF4-FFF2-40B4-BE49-F238E27FC236}">
                <a16:creationId xmlns:a16="http://schemas.microsoft.com/office/drawing/2014/main" id="{8C209918-945F-407D-96ED-29E3FD0DD576}"/>
              </a:ext>
            </a:extLst>
          </p:cNvPr>
          <p:cNvSpPr>
            <a:spLocks noGrp="1"/>
          </p:cNvSpPr>
          <p:nvPr/>
        </p:nvSpPr>
        <p:spPr>
          <a:xfrm>
            <a:off x="11096625" y="6400800"/>
            <a:ext cx="476250" cy="190500"/>
          </a:xfrm>
          <a:prstGeom prst="rect">
            <a:avLst/>
          </a:prstGeom>
          <a:noFill/>
          <a:ln w="0">
            <a:noFill/>
            <a:prstDash val="solid"/>
          </a:ln>
        </p:spPr>
        <p:txBody>
          <a:bodyPr anchor="ctr"/>
          <a:lstStyle>
            <a:defPPr algn="r">
              <a:defRPr sz="900" b="1">
                <a:solidFill>
                  <a:srgbClr val="C5F52A"/>
                </a:solidFill>
                <a:latin typeface="Arial"/>
                <a:ea typeface="Arial"/>
                <a:cs typeface="Arial"/>
              </a:defRPr>
            </a:defPPr>
          </a:lstStyle>
          <a:p>
            <a:pPr algn="r">
              <a:defRPr sz="900" b="1">
                <a:solidFill>
                  <a:srgbClr val="C5F52A"/>
                </a:solidFill>
                <a:latin typeface="Arial"/>
                <a:ea typeface="Arial"/>
                <a:cs typeface="Arial"/>
              </a:defRPr>
            </a:pPr>
            <a:r>
              <a:rPr sz="900" b="1">
                <a:solidFill>
                  <a:srgbClr val="C5F52A"/>
                </a:solidFill>
                <a:latin typeface="Arial"/>
                <a:ea typeface="Arial"/>
                <a:cs typeface="Arial"/>
              </a:rPr>
              <a:t>06</a:t>
            </a:r>
          </a:p>
        </p:txBody>
      </p:sp>
      <p:sp>
        <p:nvSpPr>
          <p:cNvPr id="6" name="Rectangle: Rounded Corners 5">
            <a:extLst>
              <a:ext uri="{FF2B5EF4-FFF2-40B4-BE49-F238E27FC236}">
                <a16:creationId xmlns:a16="http://schemas.microsoft.com/office/drawing/2014/main" id="{15D9DA10-599D-43FE-9658-24E8F4765E6C}"/>
              </a:ext>
            </a:extLst>
          </p:cNvPr>
          <p:cNvSpPr>
            <a:spLocks noGrp="1"/>
          </p:cNvSpPr>
          <p:nvPr/>
        </p:nvSpPr>
        <p:spPr>
          <a:xfrm>
            <a:off x="666750" y="1743075"/>
            <a:ext cx="3000375" cy="1143000"/>
          </a:xfrm>
          <a:prstGeom prst="roundRect">
            <a:avLst>
              <a:gd name="adj" fmla="val 10000"/>
            </a:avLst>
          </a:prstGeom>
          <a:solidFill>
            <a:srgbClr val="191D20"/>
          </a:solidFill>
          <a:ln w="9525">
            <a:solidFill>
              <a:srgbClr val="343B40"/>
            </a:solidFill>
            <a:prstDash val="solid"/>
          </a:ln>
        </p:spPr>
      </p:sp>
      <p:sp>
        <p:nvSpPr>
          <p:cNvPr id="7" name="Rectangle 6">
            <a:extLst>
              <a:ext uri="{FF2B5EF4-FFF2-40B4-BE49-F238E27FC236}">
                <a16:creationId xmlns:a16="http://schemas.microsoft.com/office/drawing/2014/main" id="{6296F368-5417-4E62-8937-7F5351B73F43}"/>
              </a:ext>
            </a:extLst>
          </p:cNvPr>
          <p:cNvSpPr>
            <a:spLocks noGrp="1"/>
          </p:cNvSpPr>
          <p:nvPr/>
        </p:nvSpPr>
        <p:spPr>
          <a:xfrm>
            <a:off x="876300" y="1885950"/>
            <a:ext cx="2571750" cy="247650"/>
          </a:xfrm>
          <a:prstGeom prst="rect">
            <a:avLst/>
          </a:prstGeom>
          <a:noFill/>
          <a:ln w="0">
            <a:noFill/>
            <a:prstDash val="solid"/>
          </a:ln>
        </p:spPr>
        <p:txBody>
          <a:bodyPr anchor="ctr"/>
          <a:lstStyle>
            <a:defPPr algn="l">
              <a:defRPr sz="1125" b="1">
                <a:solidFill>
                  <a:srgbClr val="C5F52A"/>
                </a:solidFill>
                <a:latin typeface="Arial"/>
                <a:ea typeface="Arial"/>
                <a:cs typeface="Arial"/>
              </a:defRPr>
            </a:defPPr>
          </a:lstStyle>
          <a:p>
            <a:pPr algn="l">
              <a:defRPr sz="1125" b="1">
                <a:solidFill>
                  <a:srgbClr val="C5F52A"/>
                </a:solidFill>
                <a:latin typeface="Arial"/>
                <a:ea typeface="Arial"/>
                <a:cs typeface="Arial"/>
              </a:defRPr>
            </a:pPr>
            <a:r>
              <a:rPr sz="1125" b="1">
                <a:solidFill>
                  <a:srgbClr val="C5F52A"/>
                </a:solidFill>
                <a:latin typeface="Arial"/>
                <a:ea typeface="Arial"/>
                <a:cs typeface="Arial"/>
              </a:rPr>
              <a:t>USER INTERFACE</a:t>
            </a:r>
          </a:p>
        </p:txBody>
      </p:sp>
      <p:sp>
        <p:nvSpPr>
          <p:cNvPr id="8" name="Rectangle 7">
            <a:extLst>
              <a:ext uri="{FF2B5EF4-FFF2-40B4-BE49-F238E27FC236}">
                <a16:creationId xmlns:a16="http://schemas.microsoft.com/office/drawing/2014/main" id="{B96FB1D5-B476-4F4A-B753-D11DE611C716}"/>
              </a:ext>
            </a:extLst>
          </p:cNvPr>
          <p:cNvSpPr>
            <a:spLocks noGrp="1"/>
          </p:cNvSpPr>
          <p:nvPr/>
        </p:nvSpPr>
        <p:spPr>
          <a:xfrm>
            <a:off x="876300" y="2238375"/>
            <a:ext cx="2571750" cy="552450"/>
          </a:xfrm>
          <a:prstGeom prst="rect">
            <a:avLst/>
          </a:prstGeom>
          <a:noFill/>
          <a:ln w="0">
            <a:noFill/>
            <a:prstDash val="solid"/>
          </a:ln>
        </p:spPr>
        <p:txBody>
          <a:bodyPr anchor="ctr"/>
          <a:lstStyle>
            <a:defPPr algn="l">
              <a:defRPr sz="1350" b="0">
                <a:solidFill>
                  <a:srgbClr val="F4F6F5"/>
                </a:solidFill>
                <a:latin typeface="Arial"/>
                <a:ea typeface="Arial"/>
                <a:cs typeface="Arial"/>
              </a:defRPr>
            </a:defPPr>
          </a:lstStyle>
          <a:p>
            <a:pPr algn="l">
              <a:defRPr sz="1350" b="0">
                <a:solidFill>
                  <a:srgbClr val="F4F6F5"/>
                </a:solidFill>
                <a:latin typeface="Arial"/>
                <a:ea typeface="Arial"/>
                <a:cs typeface="Arial"/>
              </a:defRPr>
            </a:pPr>
            <a:r>
              <a:rPr sz="1350" b="0">
                <a:solidFill>
                  <a:srgbClr val="F4F6F5"/>
                </a:solidFill>
                <a:latin typeface="Arial"/>
                <a:ea typeface="Arial"/>
                <a:cs typeface="Arial"/>
              </a:rPr>
              <a:t>Dashboard  •  Exercises</a:t>
            </a:r>
          </a:p>
          <a:p>
            <a:pPr algn="l">
              <a:defRPr sz="1350" b="0">
                <a:solidFill>
                  <a:srgbClr val="F4F6F5"/>
                </a:solidFill>
                <a:latin typeface="Arial"/>
                <a:ea typeface="Arial"/>
                <a:cs typeface="Arial"/>
              </a:defRPr>
            </a:pPr>
            <a:r>
              <a:rPr sz="1350" b="0">
                <a:solidFill>
                  <a:srgbClr val="F4F6F5"/>
                </a:solidFill>
                <a:latin typeface="Arial"/>
                <a:ea typeface="Arial"/>
                <a:cs typeface="Arial"/>
              </a:rPr>
              <a:t>Workouts  •  Session  •  History</a:t>
            </a:r>
          </a:p>
        </p:txBody>
      </p:sp>
      <p:sp>
        <p:nvSpPr>
          <p:cNvPr id="9" name="Rectangle: Rounded Corners 8">
            <a:extLst>
              <a:ext uri="{FF2B5EF4-FFF2-40B4-BE49-F238E27FC236}">
                <a16:creationId xmlns:a16="http://schemas.microsoft.com/office/drawing/2014/main" id="{BD51E759-0C0C-4565-A291-AAE20C27CAF4}"/>
              </a:ext>
            </a:extLst>
          </p:cNvPr>
          <p:cNvSpPr>
            <a:spLocks noGrp="1"/>
          </p:cNvSpPr>
          <p:nvPr/>
        </p:nvSpPr>
        <p:spPr>
          <a:xfrm>
            <a:off x="4591050" y="1743075"/>
            <a:ext cx="3000375" cy="1143000"/>
          </a:xfrm>
          <a:prstGeom prst="roundRect">
            <a:avLst>
              <a:gd name="adj" fmla="val 10000"/>
            </a:avLst>
          </a:prstGeom>
          <a:solidFill>
            <a:srgbClr val="191D20"/>
          </a:solidFill>
          <a:ln w="9525">
            <a:solidFill>
              <a:srgbClr val="343B40"/>
            </a:solidFill>
            <a:prstDash val="solid"/>
          </a:ln>
        </p:spPr>
      </p:sp>
      <p:sp>
        <p:nvSpPr>
          <p:cNvPr id="10" name="Rectangle 9">
            <a:extLst>
              <a:ext uri="{FF2B5EF4-FFF2-40B4-BE49-F238E27FC236}">
                <a16:creationId xmlns:a16="http://schemas.microsoft.com/office/drawing/2014/main" id="{D94E1F1D-14A0-4CA9-A827-68330E8A877D}"/>
              </a:ext>
            </a:extLst>
          </p:cNvPr>
          <p:cNvSpPr>
            <a:spLocks noGrp="1"/>
          </p:cNvSpPr>
          <p:nvPr/>
        </p:nvSpPr>
        <p:spPr>
          <a:xfrm>
            <a:off x="4800600" y="1885950"/>
            <a:ext cx="2571750" cy="247650"/>
          </a:xfrm>
          <a:prstGeom prst="rect">
            <a:avLst/>
          </a:prstGeom>
          <a:noFill/>
          <a:ln w="0">
            <a:noFill/>
            <a:prstDash val="solid"/>
          </a:ln>
        </p:spPr>
        <p:txBody>
          <a:bodyPr anchor="ctr"/>
          <a:lstStyle>
            <a:defPPr algn="l">
              <a:defRPr sz="1125" b="1">
                <a:solidFill>
                  <a:srgbClr val="C5F52A"/>
                </a:solidFill>
                <a:latin typeface="Arial"/>
                <a:ea typeface="Arial"/>
                <a:cs typeface="Arial"/>
              </a:defRPr>
            </a:defPPr>
          </a:lstStyle>
          <a:p>
            <a:pPr algn="l">
              <a:defRPr sz="1125" b="1">
                <a:solidFill>
                  <a:srgbClr val="C5F52A"/>
                </a:solidFill>
                <a:latin typeface="Arial"/>
                <a:ea typeface="Arial"/>
                <a:cs typeface="Arial"/>
              </a:defRPr>
            </a:pPr>
            <a:r>
              <a:rPr sz="1125" b="1">
                <a:solidFill>
                  <a:srgbClr val="C5F52A"/>
                </a:solidFill>
                <a:latin typeface="Arial"/>
                <a:ea typeface="Arial"/>
                <a:cs typeface="Arial"/>
              </a:rPr>
              <a:t>REACT APP STATE</a:t>
            </a:r>
          </a:p>
        </p:txBody>
      </p:sp>
      <p:sp>
        <p:nvSpPr>
          <p:cNvPr id="11" name="Rectangle 10">
            <a:extLst>
              <a:ext uri="{FF2B5EF4-FFF2-40B4-BE49-F238E27FC236}">
                <a16:creationId xmlns:a16="http://schemas.microsoft.com/office/drawing/2014/main" id="{96845543-298E-48D5-A7AE-6E2B91E70B29}"/>
              </a:ext>
            </a:extLst>
          </p:cNvPr>
          <p:cNvSpPr>
            <a:spLocks noGrp="1"/>
          </p:cNvSpPr>
          <p:nvPr/>
        </p:nvSpPr>
        <p:spPr>
          <a:xfrm>
            <a:off x="4800600" y="2238375"/>
            <a:ext cx="2571750" cy="552450"/>
          </a:xfrm>
          <a:prstGeom prst="rect">
            <a:avLst/>
          </a:prstGeom>
          <a:noFill/>
          <a:ln w="0">
            <a:noFill/>
            <a:prstDash val="solid"/>
          </a:ln>
        </p:spPr>
        <p:txBody>
          <a:bodyPr anchor="ctr"/>
          <a:lstStyle>
            <a:defPPr algn="l">
              <a:defRPr sz="1350" b="0">
                <a:solidFill>
                  <a:srgbClr val="F4F6F5"/>
                </a:solidFill>
                <a:latin typeface="Arial"/>
                <a:ea typeface="Arial"/>
                <a:cs typeface="Arial"/>
              </a:defRPr>
            </a:defPPr>
          </a:lstStyle>
          <a:p>
            <a:pPr algn="l">
              <a:defRPr sz="1350" b="0">
                <a:solidFill>
                  <a:srgbClr val="F4F6F5"/>
                </a:solidFill>
                <a:latin typeface="Arial"/>
                <a:ea typeface="Arial"/>
                <a:cs typeface="Arial"/>
              </a:defRPr>
            </a:pPr>
            <a:r>
              <a:rPr sz="1350" b="0">
                <a:solidFill>
                  <a:srgbClr val="F4F6F5"/>
                </a:solidFill>
                <a:latin typeface="Arial"/>
                <a:ea typeface="Arial"/>
                <a:cs typeface="Arial"/>
              </a:rPr>
              <a:t>Reducer + hooks</a:t>
            </a:r>
          </a:p>
          <a:p>
            <a:pPr algn="l">
              <a:defRPr sz="1350" b="0">
                <a:solidFill>
                  <a:srgbClr val="F4F6F5"/>
                </a:solidFill>
                <a:latin typeface="Arial"/>
                <a:ea typeface="Arial"/>
                <a:cs typeface="Arial"/>
              </a:defRPr>
            </a:pPr>
            <a:r>
              <a:rPr sz="1350" b="0">
                <a:solidFill>
                  <a:srgbClr val="F4F6F5"/>
                </a:solidFill>
                <a:latin typeface="Arial"/>
                <a:ea typeface="Arial"/>
                <a:cs typeface="Arial"/>
              </a:rPr>
              <a:t>Units  •  routines  •  active session</a:t>
            </a:r>
          </a:p>
        </p:txBody>
      </p:sp>
      <p:sp>
        <p:nvSpPr>
          <p:cNvPr id="12" name="Rectangle: Rounded Corners 11">
            <a:extLst>
              <a:ext uri="{FF2B5EF4-FFF2-40B4-BE49-F238E27FC236}">
                <a16:creationId xmlns:a16="http://schemas.microsoft.com/office/drawing/2014/main" id="{F12FAB7A-385F-4AA5-B3E6-244DA2C7486D}"/>
              </a:ext>
            </a:extLst>
          </p:cNvPr>
          <p:cNvSpPr>
            <a:spLocks noGrp="1"/>
          </p:cNvSpPr>
          <p:nvPr/>
        </p:nvSpPr>
        <p:spPr>
          <a:xfrm>
            <a:off x="8515350" y="1743075"/>
            <a:ext cx="3000375" cy="1143000"/>
          </a:xfrm>
          <a:prstGeom prst="roundRect">
            <a:avLst>
              <a:gd name="adj" fmla="val 10000"/>
            </a:avLst>
          </a:prstGeom>
          <a:solidFill>
            <a:srgbClr val="191D20"/>
          </a:solidFill>
          <a:ln w="9525">
            <a:solidFill>
              <a:srgbClr val="343B40"/>
            </a:solidFill>
            <a:prstDash val="solid"/>
          </a:ln>
        </p:spPr>
      </p:sp>
      <p:sp>
        <p:nvSpPr>
          <p:cNvPr id="13" name="Rectangle 12">
            <a:extLst>
              <a:ext uri="{FF2B5EF4-FFF2-40B4-BE49-F238E27FC236}">
                <a16:creationId xmlns:a16="http://schemas.microsoft.com/office/drawing/2014/main" id="{4189A60C-1026-4DFC-BEB8-1D84C3AF1ADB}"/>
              </a:ext>
            </a:extLst>
          </p:cNvPr>
          <p:cNvSpPr>
            <a:spLocks noGrp="1"/>
          </p:cNvSpPr>
          <p:nvPr/>
        </p:nvSpPr>
        <p:spPr>
          <a:xfrm>
            <a:off x="8724900" y="1885950"/>
            <a:ext cx="2571750" cy="247650"/>
          </a:xfrm>
          <a:prstGeom prst="rect">
            <a:avLst/>
          </a:prstGeom>
          <a:noFill/>
          <a:ln w="0">
            <a:noFill/>
            <a:prstDash val="solid"/>
          </a:ln>
        </p:spPr>
        <p:txBody>
          <a:bodyPr anchor="ctr"/>
          <a:lstStyle>
            <a:defPPr algn="l">
              <a:defRPr sz="1125" b="1">
                <a:solidFill>
                  <a:srgbClr val="C5F52A"/>
                </a:solidFill>
                <a:latin typeface="Arial"/>
                <a:ea typeface="Arial"/>
                <a:cs typeface="Arial"/>
              </a:defRPr>
            </a:defPPr>
          </a:lstStyle>
          <a:p>
            <a:pPr algn="l">
              <a:defRPr sz="1125" b="1">
                <a:solidFill>
                  <a:srgbClr val="C5F52A"/>
                </a:solidFill>
                <a:latin typeface="Arial"/>
                <a:ea typeface="Arial"/>
                <a:cs typeface="Arial"/>
              </a:defRPr>
            </a:pPr>
            <a:r>
              <a:rPr sz="1125" b="1">
                <a:solidFill>
                  <a:srgbClr val="C5F52A"/>
                </a:solidFill>
                <a:latin typeface="Arial"/>
                <a:ea typeface="Arial"/>
                <a:cs typeface="Arial"/>
              </a:rPr>
              <a:t>BROWSER STORAGE</a:t>
            </a:r>
          </a:p>
        </p:txBody>
      </p:sp>
      <p:sp>
        <p:nvSpPr>
          <p:cNvPr id="14" name="Rectangle 13">
            <a:extLst>
              <a:ext uri="{FF2B5EF4-FFF2-40B4-BE49-F238E27FC236}">
                <a16:creationId xmlns:a16="http://schemas.microsoft.com/office/drawing/2014/main" id="{91FBC368-605E-423F-8884-8BFC0C04066B}"/>
              </a:ext>
            </a:extLst>
          </p:cNvPr>
          <p:cNvSpPr>
            <a:spLocks noGrp="1"/>
          </p:cNvSpPr>
          <p:nvPr/>
        </p:nvSpPr>
        <p:spPr>
          <a:xfrm>
            <a:off x="8724900" y="2238375"/>
            <a:ext cx="2571750" cy="552450"/>
          </a:xfrm>
          <a:prstGeom prst="rect">
            <a:avLst/>
          </a:prstGeom>
          <a:noFill/>
          <a:ln w="0">
            <a:noFill/>
            <a:prstDash val="solid"/>
          </a:ln>
        </p:spPr>
        <p:txBody>
          <a:bodyPr anchor="ctr"/>
          <a:lstStyle>
            <a:defPPr algn="l">
              <a:defRPr sz="1350" b="0">
                <a:solidFill>
                  <a:srgbClr val="F4F6F5"/>
                </a:solidFill>
                <a:latin typeface="Arial"/>
                <a:ea typeface="Arial"/>
                <a:cs typeface="Arial"/>
              </a:defRPr>
            </a:defPPr>
          </a:lstStyle>
          <a:p>
            <a:pPr algn="l">
              <a:defRPr sz="1350" b="0">
                <a:solidFill>
                  <a:srgbClr val="F4F6F5"/>
                </a:solidFill>
                <a:latin typeface="Arial"/>
                <a:ea typeface="Arial"/>
                <a:cs typeface="Arial"/>
              </a:defRPr>
            </a:pPr>
            <a:r>
              <a:rPr sz="1350" b="0">
                <a:solidFill>
                  <a:srgbClr val="F4F6F5"/>
                </a:solidFill>
                <a:latin typeface="Arial"/>
                <a:ea typeface="Arial"/>
                <a:cs typeface="Arial"/>
              </a:rPr>
              <a:t>localStorage</a:t>
            </a:r>
          </a:p>
          <a:p>
            <a:pPr algn="l">
              <a:defRPr sz="1350" b="0">
                <a:solidFill>
                  <a:srgbClr val="F4F6F5"/>
                </a:solidFill>
                <a:latin typeface="Arial"/>
                <a:ea typeface="Arial"/>
                <a:cs typeface="Arial"/>
              </a:defRPr>
            </a:pPr>
            <a:r>
              <a:rPr sz="1350" b="0">
                <a:solidFill>
                  <a:srgbClr val="F4F6F5"/>
                </a:solidFill>
                <a:latin typeface="Arial"/>
                <a:ea typeface="Arial"/>
                <a:cs typeface="Arial"/>
              </a:rPr>
              <a:t>fittrack:data</a:t>
            </a:r>
          </a:p>
        </p:txBody>
      </p:sp>
      <p:sp>
        <p:nvSpPr>
          <p:cNvPr id="15" name="Rectangle 14">
            <a:extLst>
              <a:ext uri="{FF2B5EF4-FFF2-40B4-BE49-F238E27FC236}">
                <a16:creationId xmlns:a16="http://schemas.microsoft.com/office/drawing/2014/main" id="{D2351BDD-1388-4B58-B9B0-3E85DB4F5158}"/>
              </a:ext>
            </a:extLst>
          </p:cNvPr>
          <p:cNvSpPr>
            <a:spLocks noGrp="1"/>
          </p:cNvSpPr>
          <p:nvPr/>
        </p:nvSpPr>
        <p:spPr>
          <a:xfrm>
            <a:off x="3781425" y="2266950"/>
            <a:ext cx="647700" cy="28575"/>
          </a:xfrm>
          <a:prstGeom prst="rect">
            <a:avLst/>
          </a:prstGeom>
          <a:solidFill>
            <a:srgbClr val="C5F52A"/>
          </a:solidFill>
          <a:ln w="0">
            <a:solidFill>
              <a:srgbClr val="C5F52A"/>
            </a:solidFill>
            <a:prstDash val="solid"/>
          </a:ln>
        </p:spPr>
      </p:sp>
      <p:sp>
        <p:nvSpPr>
          <p:cNvPr id="16" name="Rectangle 15">
            <a:extLst>
              <a:ext uri="{FF2B5EF4-FFF2-40B4-BE49-F238E27FC236}">
                <a16:creationId xmlns:a16="http://schemas.microsoft.com/office/drawing/2014/main" id="{DAF54CF6-4781-46A1-AEF4-4D0CAE2A1D78}"/>
              </a:ext>
            </a:extLst>
          </p:cNvPr>
          <p:cNvSpPr>
            <a:spLocks noGrp="1"/>
          </p:cNvSpPr>
          <p:nvPr/>
        </p:nvSpPr>
        <p:spPr>
          <a:xfrm>
            <a:off x="4400550" y="2171700"/>
            <a:ext cx="28575" cy="219075"/>
          </a:xfrm>
          <a:prstGeom prst="rect">
            <a:avLst/>
          </a:prstGeom>
          <a:solidFill>
            <a:srgbClr val="C5F52A"/>
          </a:solidFill>
          <a:ln w="0">
            <a:solidFill>
              <a:srgbClr val="C5F52A"/>
            </a:solidFill>
            <a:prstDash val="solid"/>
          </a:ln>
        </p:spPr>
      </p:sp>
      <p:sp>
        <p:nvSpPr>
          <p:cNvPr id="17" name="Rectangle 16">
            <a:extLst>
              <a:ext uri="{FF2B5EF4-FFF2-40B4-BE49-F238E27FC236}">
                <a16:creationId xmlns:a16="http://schemas.microsoft.com/office/drawing/2014/main" id="{0BA9944A-ED3E-42B2-8ACA-776519CDA699}"/>
              </a:ext>
            </a:extLst>
          </p:cNvPr>
          <p:cNvSpPr>
            <a:spLocks noGrp="1"/>
          </p:cNvSpPr>
          <p:nvPr/>
        </p:nvSpPr>
        <p:spPr>
          <a:xfrm>
            <a:off x="4324350" y="2171700"/>
            <a:ext cx="114300" cy="28575"/>
          </a:xfrm>
          <a:prstGeom prst="rect">
            <a:avLst/>
          </a:prstGeom>
          <a:solidFill>
            <a:srgbClr val="C5F52A"/>
          </a:solidFill>
          <a:ln w="0">
            <a:solidFill>
              <a:srgbClr val="C5F52A"/>
            </a:solidFill>
            <a:prstDash val="solid"/>
          </a:ln>
        </p:spPr>
      </p:sp>
      <p:sp>
        <p:nvSpPr>
          <p:cNvPr id="18" name="Rectangle 17">
            <a:extLst>
              <a:ext uri="{FF2B5EF4-FFF2-40B4-BE49-F238E27FC236}">
                <a16:creationId xmlns:a16="http://schemas.microsoft.com/office/drawing/2014/main" id="{30C05653-FE80-4985-B998-7FD06E00484D}"/>
              </a:ext>
            </a:extLst>
          </p:cNvPr>
          <p:cNvSpPr>
            <a:spLocks noGrp="1"/>
          </p:cNvSpPr>
          <p:nvPr/>
        </p:nvSpPr>
        <p:spPr>
          <a:xfrm>
            <a:off x="4400550" y="2362200"/>
            <a:ext cx="114300" cy="28575"/>
          </a:xfrm>
          <a:prstGeom prst="rect">
            <a:avLst/>
          </a:prstGeom>
          <a:solidFill>
            <a:srgbClr val="C5F52A"/>
          </a:solidFill>
          <a:ln w="0">
            <a:solidFill>
              <a:srgbClr val="C5F52A"/>
            </a:solidFill>
            <a:prstDash val="solid"/>
          </a:ln>
        </p:spPr>
      </p:sp>
      <p:sp>
        <p:nvSpPr>
          <p:cNvPr id="19" name="Rectangle 18">
            <a:extLst>
              <a:ext uri="{FF2B5EF4-FFF2-40B4-BE49-F238E27FC236}">
                <a16:creationId xmlns:a16="http://schemas.microsoft.com/office/drawing/2014/main" id="{D176581B-C84A-45D3-BED1-4586729EB06A}"/>
              </a:ext>
            </a:extLst>
          </p:cNvPr>
          <p:cNvSpPr>
            <a:spLocks noGrp="1"/>
          </p:cNvSpPr>
          <p:nvPr/>
        </p:nvSpPr>
        <p:spPr>
          <a:xfrm>
            <a:off x="7705725" y="2266950"/>
            <a:ext cx="647700" cy="28575"/>
          </a:xfrm>
          <a:prstGeom prst="rect">
            <a:avLst/>
          </a:prstGeom>
          <a:solidFill>
            <a:srgbClr val="C5F52A"/>
          </a:solidFill>
          <a:ln w="0">
            <a:solidFill>
              <a:srgbClr val="C5F52A"/>
            </a:solidFill>
            <a:prstDash val="solid"/>
          </a:ln>
        </p:spPr>
      </p:sp>
      <p:sp>
        <p:nvSpPr>
          <p:cNvPr id="20" name="Rectangle 19">
            <a:extLst>
              <a:ext uri="{FF2B5EF4-FFF2-40B4-BE49-F238E27FC236}">
                <a16:creationId xmlns:a16="http://schemas.microsoft.com/office/drawing/2014/main" id="{A5A7BB76-9080-4E72-917D-A95B824DB1AD}"/>
              </a:ext>
            </a:extLst>
          </p:cNvPr>
          <p:cNvSpPr>
            <a:spLocks noGrp="1"/>
          </p:cNvSpPr>
          <p:nvPr/>
        </p:nvSpPr>
        <p:spPr>
          <a:xfrm>
            <a:off x="8324850" y="2171700"/>
            <a:ext cx="28575" cy="219075"/>
          </a:xfrm>
          <a:prstGeom prst="rect">
            <a:avLst/>
          </a:prstGeom>
          <a:solidFill>
            <a:srgbClr val="C5F52A"/>
          </a:solidFill>
          <a:ln w="0">
            <a:solidFill>
              <a:srgbClr val="C5F52A"/>
            </a:solidFill>
            <a:prstDash val="solid"/>
          </a:ln>
        </p:spPr>
      </p:sp>
      <p:sp>
        <p:nvSpPr>
          <p:cNvPr id="21" name="Rectangle 20">
            <a:extLst>
              <a:ext uri="{FF2B5EF4-FFF2-40B4-BE49-F238E27FC236}">
                <a16:creationId xmlns:a16="http://schemas.microsoft.com/office/drawing/2014/main" id="{5574E3F3-60A1-4911-A316-9E3570D10DC5}"/>
              </a:ext>
            </a:extLst>
          </p:cNvPr>
          <p:cNvSpPr>
            <a:spLocks noGrp="1"/>
          </p:cNvSpPr>
          <p:nvPr/>
        </p:nvSpPr>
        <p:spPr>
          <a:xfrm>
            <a:off x="8248650" y="2171700"/>
            <a:ext cx="114300" cy="28575"/>
          </a:xfrm>
          <a:prstGeom prst="rect">
            <a:avLst/>
          </a:prstGeom>
          <a:solidFill>
            <a:srgbClr val="C5F52A"/>
          </a:solidFill>
          <a:ln w="0">
            <a:solidFill>
              <a:srgbClr val="C5F52A"/>
            </a:solidFill>
            <a:prstDash val="solid"/>
          </a:ln>
        </p:spPr>
      </p:sp>
      <p:sp>
        <p:nvSpPr>
          <p:cNvPr id="22" name="Rectangle 21">
            <a:extLst>
              <a:ext uri="{FF2B5EF4-FFF2-40B4-BE49-F238E27FC236}">
                <a16:creationId xmlns:a16="http://schemas.microsoft.com/office/drawing/2014/main" id="{D21CAE7E-9F16-4258-B5A3-C9AF249A269C}"/>
              </a:ext>
            </a:extLst>
          </p:cNvPr>
          <p:cNvSpPr>
            <a:spLocks noGrp="1"/>
          </p:cNvSpPr>
          <p:nvPr/>
        </p:nvSpPr>
        <p:spPr>
          <a:xfrm>
            <a:off x="8324850" y="2362200"/>
            <a:ext cx="114300" cy="28575"/>
          </a:xfrm>
          <a:prstGeom prst="rect">
            <a:avLst/>
          </a:prstGeom>
          <a:solidFill>
            <a:srgbClr val="C5F52A"/>
          </a:solidFill>
          <a:ln w="0">
            <a:solidFill>
              <a:srgbClr val="C5F52A"/>
            </a:solidFill>
            <a:prstDash val="solid"/>
          </a:ln>
        </p:spPr>
      </p:sp>
      <p:sp>
        <p:nvSpPr>
          <p:cNvPr id="23" name="Rectangle 22">
            <a:extLst>
              <a:ext uri="{FF2B5EF4-FFF2-40B4-BE49-F238E27FC236}">
                <a16:creationId xmlns:a16="http://schemas.microsoft.com/office/drawing/2014/main" id="{BA196BD7-CFFD-4308-A33F-F80F61173065}"/>
              </a:ext>
            </a:extLst>
          </p:cNvPr>
          <p:cNvSpPr>
            <a:spLocks noGrp="1"/>
          </p:cNvSpPr>
          <p:nvPr/>
        </p:nvSpPr>
        <p:spPr>
          <a:xfrm>
            <a:off x="666750" y="3514725"/>
            <a:ext cx="3429000" cy="238125"/>
          </a:xfrm>
          <a:prstGeom prst="rect">
            <a:avLst/>
          </a:prstGeom>
          <a:noFill/>
          <a:ln w="0">
            <a:noFill/>
            <a:prstDash val="solid"/>
          </a:ln>
        </p:spPr>
        <p:txBody>
          <a:bodyPr anchor="ctr"/>
          <a:lstStyle>
            <a:defPPr algn="l">
              <a:defRPr sz="1050" b="1">
                <a:solidFill>
                  <a:srgbClr val="C5F52A"/>
                </a:solidFill>
                <a:latin typeface="Arial"/>
                <a:ea typeface="Arial"/>
                <a:cs typeface="Arial"/>
              </a:defRPr>
            </a:defPPr>
          </a:lstStyle>
          <a:p>
            <a:pPr algn="l">
              <a:defRPr sz="1050" b="1">
                <a:solidFill>
                  <a:srgbClr val="C5F52A"/>
                </a:solidFill>
                <a:latin typeface="Arial"/>
                <a:ea typeface="Arial"/>
                <a:cs typeface="Arial"/>
              </a:defRPr>
            </a:pPr>
            <a:r>
              <a:rPr sz="1050" b="1">
                <a:solidFill>
                  <a:srgbClr val="C5F52A"/>
                </a:solidFill>
                <a:latin typeface="Arial"/>
                <a:ea typeface="Arial"/>
                <a:cs typeface="Arial"/>
              </a:rPr>
              <a:t>PERSISTED DATA</a:t>
            </a:r>
          </a:p>
        </p:txBody>
      </p:sp>
      <p:sp>
        <p:nvSpPr>
          <p:cNvPr id="24" name="Rectangle: Rounded Corners 23">
            <a:extLst>
              <a:ext uri="{FF2B5EF4-FFF2-40B4-BE49-F238E27FC236}">
                <a16:creationId xmlns:a16="http://schemas.microsoft.com/office/drawing/2014/main" id="{8B3632B4-8AEB-41CD-A25F-5B5FBCFE476A}"/>
              </a:ext>
            </a:extLst>
          </p:cNvPr>
          <p:cNvSpPr>
            <a:spLocks noGrp="1"/>
          </p:cNvSpPr>
          <p:nvPr/>
        </p:nvSpPr>
        <p:spPr>
          <a:xfrm>
            <a:off x="666750" y="3952875"/>
            <a:ext cx="2476500" cy="1219200"/>
          </a:xfrm>
          <a:prstGeom prst="roundRect">
            <a:avLst>
              <a:gd name="adj" fmla="val 6250"/>
            </a:avLst>
          </a:prstGeom>
          <a:solidFill>
            <a:srgbClr val="20262A"/>
          </a:solidFill>
          <a:ln w="9525">
            <a:solidFill>
              <a:srgbClr val="343B40"/>
            </a:solidFill>
            <a:prstDash val="solid"/>
          </a:ln>
        </p:spPr>
      </p:sp>
      <p:sp>
        <p:nvSpPr>
          <p:cNvPr id="25" name="Rectangle 24">
            <a:extLst>
              <a:ext uri="{FF2B5EF4-FFF2-40B4-BE49-F238E27FC236}">
                <a16:creationId xmlns:a16="http://schemas.microsoft.com/office/drawing/2014/main" id="{201822FC-C9F5-4090-9646-8A1C78390253}"/>
              </a:ext>
            </a:extLst>
          </p:cNvPr>
          <p:cNvSpPr>
            <a:spLocks noGrp="1"/>
          </p:cNvSpPr>
          <p:nvPr/>
        </p:nvSpPr>
        <p:spPr>
          <a:xfrm>
            <a:off x="819150" y="4076700"/>
            <a:ext cx="2171700" cy="285750"/>
          </a:xfrm>
          <a:prstGeom prst="rect">
            <a:avLst/>
          </a:prstGeom>
          <a:noFill/>
          <a:ln w="0">
            <a:noFill/>
            <a:prstDash val="solid"/>
          </a:ln>
        </p:spPr>
        <p:txBody>
          <a:bodyPr anchor="ctr"/>
          <a:lstStyle>
            <a:defPPr algn="l">
              <a:defRPr sz="1275" b="1">
                <a:solidFill>
                  <a:srgbClr val="F4F6F5"/>
                </a:solidFill>
                <a:latin typeface="Arial"/>
                <a:ea typeface="Arial"/>
                <a:cs typeface="Arial"/>
              </a:defRPr>
            </a:defPPr>
          </a:lstStyle>
          <a:p>
            <a:pPr algn="l">
              <a:defRPr sz="1275" b="1">
                <a:solidFill>
                  <a:srgbClr val="F4F6F5"/>
                </a:solidFill>
                <a:latin typeface="Arial"/>
                <a:ea typeface="Arial"/>
                <a:cs typeface="Arial"/>
              </a:defRPr>
            </a:pPr>
            <a:r>
              <a:rPr sz="1275" b="1">
                <a:solidFill>
                  <a:srgbClr val="F4F6F5"/>
                </a:solidFill>
                <a:latin typeface="Arial"/>
                <a:ea typeface="Arial"/>
                <a:cs typeface="Arial"/>
              </a:rPr>
              <a:t>Exercise library</a:t>
            </a:r>
          </a:p>
        </p:txBody>
      </p:sp>
      <p:sp>
        <p:nvSpPr>
          <p:cNvPr id="26" name="Rectangle 25">
            <a:extLst>
              <a:ext uri="{FF2B5EF4-FFF2-40B4-BE49-F238E27FC236}">
                <a16:creationId xmlns:a16="http://schemas.microsoft.com/office/drawing/2014/main" id="{E4A01322-D973-4276-A7E1-9724DE21946D}"/>
              </a:ext>
            </a:extLst>
          </p:cNvPr>
          <p:cNvSpPr>
            <a:spLocks noGrp="1"/>
          </p:cNvSpPr>
          <p:nvPr/>
        </p:nvSpPr>
        <p:spPr>
          <a:xfrm>
            <a:off x="819150" y="4438650"/>
            <a:ext cx="2171700" cy="552450"/>
          </a:xfrm>
          <a:prstGeom prst="rect">
            <a:avLst/>
          </a:prstGeom>
          <a:noFill/>
          <a:ln w="0">
            <a:noFill/>
            <a:prstDash val="solid"/>
          </a:ln>
        </p:spPr>
        <p:txBody>
          <a:bodyPr anchor="ctr"/>
          <a:lstStyle>
            <a:defPPr algn="l">
              <a:defRPr sz="1125" b="0">
                <a:solidFill>
                  <a:srgbClr val="AAB4B6"/>
                </a:solidFill>
                <a:latin typeface="Arial"/>
                <a:ea typeface="Arial"/>
                <a:cs typeface="Arial"/>
              </a:defRPr>
            </a:defPPr>
          </a:lstStyle>
          <a:p>
            <a:pPr algn="l">
              <a:defRPr sz="1125" b="0">
                <a:solidFill>
                  <a:srgbClr val="AAB4B6"/>
                </a:solidFill>
                <a:latin typeface="Arial"/>
                <a:ea typeface="Arial"/>
                <a:cs typeface="Arial"/>
              </a:defRPr>
            </a:pPr>
            <a:r>
              <a:rPr sz="1125" b="0">
                <a:solidFill>
                  <a:srgbClr val="AAB4B6"/>
                </a:solidFill>
                <a:latin typeface="Arial"/>
                <a:ea typeface="Arial"/>
                <a:cs typeface="Arial"/>
              </a:rPr>
              <a:t>Built-in and custom movements</a:t>
            </a:r>
          </a:p>
        </p:txBody>
      </p:sp>
      <p:sp>
        <p:nvSpPr>
          <p:cNvPr id="27" name="Rectangle: Rounded Corners 26">
            <a:extLst>
              <a:ext uri="{FF2B5EF4-FFF2-40B4-BE49-F238E27FC236}">
                <a16:creationId xmlns:a16="http://schemas.microsoft.com/office/drawing/2014/main" id="{EFF327D7-6EAC-433C-831F-2DB26CCA730A}"/>
              </a:ext>
            </a:extLst>
          </p:cNvPr>
          <p:cNvSpPr>
            <a:spLocks noGrp="1"/>
          </p:cNvSpPr>
          <p:nvPr/>
        </p:nvSpPr>
        <p:spPr>
          <a:xfrm>
            <a:off x="3381375" y="3952875"/>
            <a:ext cx="2476500" cy="1219200"/>
          </a:xfrm>
          <a:prstGeom prst="roundRect">
            <a:avLst>
              <a:gd name="adj" fmla="val 6250"/>
            </a:avLst>
          </a:prstGeom>
          <a:solidFill>
            <a:srgbClr val="20262A"/>
          </a:solidFill>
          <a:ln w="9525">
            <a:solidFill>
              <a:srgbClr val="343B40"/>
            </a:solidFill>
            <a:prstDash val="solid"/>
          </a:ln>
        </p:spPr>
      </p:sp>
      <p:sp>
        <p:nvSpPr>
          <p:cNvPr id="28" name="Rectangle 27">
            <a:extLst>
              <a:ext uri="{FF2B5EF4-FFF2-40B4-BE49-F238E27FC236}">
                <a16:creationId xmlns:a16="http://schemas.microsoft.com/office/drawing/2014/main" id="{A8E1ACEE-1E80-438C-BE40-E12C5FF0F07B}"/>
              </a:ext>
            </a:extLst>
          </p:cNvPr>
          <p:cNvSpPr>
            <a:spLocks noGrp="1"/>
          </p:cNvSpPr>
          <p:nvPr/>
        </p:nvSpPr>
        <p:spPr>
          <a:xfrm>
            <a:off x="3533775" y="4076700"/>
            <a:ext cx="2171700" cy="285750"/>
          </a:xfrm>
          <a:prstGeom prst="rect">
            <a:avLst/>
          </a:prstGeom>
          <a:noFill/>
          <a:ln w="0">
            <a:noFill/>
            <a:prstDash val="solid"/>
          </a:ln>
        </p:spPr>
        <p:txBody>
          <a:bodyPr anchor="ctr"/>
          <a:lstStyle>
            <a:defPPr algn="l">
              <a:defRPr sz="1275" b="1">
                <a:solidFill>
                  <a:srgbClr val="F4F6F5"/>
                </a:solidFill>
                <a:latin typeface="Arial"/>
                <a:ea typeface="Arial"/>
                <a:cs typeface="Arial"/>
              </a:defRPr>
            </a:defPPr>
          </a:lstStyle>
          <a:p>
            <a:pPr algn="l">
              <a:defRPr sz="1275" b="1">
                <a:solidFill>
                  <a:srgbClr val="F4F6F5"/>
                </a:solidFill>
                <a:latin typeface="Arial"/>
                <a:ea typeface="Arial"/>
                <a:cs typeface="Arial"/>
              </a:defRPr>
            </a:pPr>
            <a:r>
              <a:rPr sz="1275" b="1">
                <a:solidFill>
                  <a:srgbClr val="F4F6F5"/>
                </a:solidFill>
                <a:latin typeface="Arial"/>
                <a:ea typeface="Arial"/>
                <a:cs typeface="Arial"/>
              </a:rPr>
              <a:t>Workout plans</a:t>
            </a:r>
          </a:p>
        </p:txBody>
      </p:sp>
      <p:sp>
        <p:nvSpPr>
          <p:cNvPr id="29" name="Rectangle 28">
            <a:extLst>
              <a:ext uri="{FF2B5EF4-FFF2-40B4-BE49-F238E27FC236}">
                <a16:creationId xmlns:a16="http://schemas.microsoft.com/office/drawing/2014/main" id="{572F74B9-9C12-46CF-9122-B5BA28B6FEF7}"/>
              </a:ext>
            </a:extLst>
          </p:cNvPr>
          <p:cNvSpPr>
            <a:spLocks noGrp="1"/>
          </p:cNvSpPr>
          <p:nvPr/>
        </p:nvSpPr>
        <p:spPr>
          <a:xfrm>
            <a:off x="3533775" y="4438650"/>
            <a:ext cx="2171700" cy="552450"/>
          </a:xfrm>
          <a:prstGeom prst="rect">
            <a:avLst/>
          </a:prstGeom>
          <a:noFill/>
          <a:ln w="0">
            <a:noFill/>
            <a:prstDash val="solid"/>
          </a:ln>
        </p:spPr>
        <p:txBody>
          <a:bodyPr anchor="ctr"/>
          <a:lstStyle>
            <a:defPPr algn="l">
              <a:defRPr sz="1125" b="0">
                <a:solidFill>
                  <a:srgbClr val="AAB4B6"/>
                </a:solidFill>
                <a:latin typeface="Arial"/>
                <a:ea typeface="Arial"/>
                <a:cs typeface="Arial"/>
              </a:defRPr>
            </a:defPPr>
          </a:lstStyle>
          <a:p>
            <a:pPr algn="l">
              <a:defRPr sz="1125" b="0">
                <a:solidFill>
                  <a:srgbClr val="AAB4B6"/>
                </a:solidFill>
                <a:latin typeface="Arial"/>
                <a:ea typeface="Arial"/>
                <a:cs typeface="Arial"/>
              </a:defRPr>
            </a:pPr>
            <a:r>
              <a:rPr sz="1125" b="0">
                <a:solidFill>
                  <a:srgbClr val="AAB4B6"/>
                </a:solidFill>
                <a:latin typeface="Arial"/>
                <a:ea typeface="Arial"/>
                <a:cs typeface="Arial"/>
              </a:rPr>
              <a:t>Saved routines and set targets</a:t>
            </a:r>
          </a:p>
        </p:txBody>
      </p:sp>
      <p:sp>
        <p:nvSpPr>
          <p:cNvPr id="30" name="Rectangle: Rounded Corners 29">
            <a:extLst>
              <a:ext uri="{FF2B5EF4-FFF2-40B4-BE49-F238E27FC236}">
                <a16:creationId xmlns:a16="http://schemas.microsoft.com/office/drawing/2014/main" id="{0CE887B9-5BCC-4EA2-85F5-090A2F70C95A}"/>
              </a:ext>
            </a:extLst>
          </p:cNvPr>
          <p:cNvSpPr>
            <a:spLocks noGrp="1"/>
          </p:cNvSpPr>
          <p:nvPr/>
        </p:nvSpPr>
        <p:spPr>
          <a:xfrm>
            <a:off x="6096000" y="3952875"/>
            <a:ext cx="2476500" cy="1219200"/>
          </a:xfrm>
          <a:prstGeom prst="roundRect">
            <a:avLst>
              <a:gd name="adj" fmla="val 6250"/>
            </a:avLst>
          </a:prstGeom>
          <a:solidFill>
            <a:srgbClr val="20262A"/>
          </a:solidFill>
          <a:ln w="9525">
            <a:solidFill>
              <a:srgbClr val="343B40"/>
            </a:solidFill>
            <a:prstDash val="solid"/>
          </a:ln>
        </p:spPr>
      </p:sp>
      <p:sp>
        <p:nvSpPr>
          <p:cNvPr id="31" name="Rectangle 30">
            <a:extLst>
              <a:ext uri="{FF2B5EF4-FFF2-40B4-BE49-F238E27FC236}">
                <a16:creationId xmlns:a16="http://schemas.microsoft.com/office/drawing/2014/main" id="{219D7C65-239F-472E-9B45-A4A8CC0E46D3}"/>
              </a:ext>
            </a:extLst>
          </p:cNvPr>
          <p:cNvSpPr>
            <a:spLocks noGrp="1"/>
          </p:cNvSpPr>
          <p:nvPr/>
        </p:nvSpPr>
        <p:spPr>
          <a:xfrm>
            <a:off x="6248400" y="4076700"/>
            <a:ext cx="2171700" cy="285750"/>
          </a:xfrm>
          <a:prstGeom prst="rect">
            <a:avLst/>
          </a:prstGeom>
          <a:noFill/>
          <a:ln w="0">
            <a:noFill/>
            <a:prstDash val="solid"/>
          </a:ln>
        </p:spPr>
        <p:txBody>
          <a:bodyPr anchor="ctr"/>
          <a:lstStyle>
            <a:defPPr algn="l">
              <a:defRPr sz="1275" b="1">
                <a:solidFill>
                  <a:srgbClr val="F4F6F5"/>
                </a:solidFill>
                <a:latin typeface="Arial"/>
                <a:ea typeface="Arial"/>
                <a:cs typeface="Arial"/>
              </a:defRPr>
            </a:defPPr>
          </a:lstStyle>
          <a:p>
            <a:pPr algn="l">
              <a:defRPr sz="1275" b="1">
                <a:solidFill>
                  <a:srgbClr val="F4F6F5"/>
                </a:solidFill>
                <a:latin typeface="Arial"/>
                <a:ea typeface="Arial"/>
                <a:cs typeface="Arial"/>
              </a:defRPr>
            </a:pPr>
            <a:r>
              <a:rPr sz="1275" b="1">
                <a:solidFill>
                  <a:srgbClr val="F4F6F5"/>
                </a:solidFill>
                <a:latin typeface="Arial"/>
                <a:ea typeface="Arial"/>
                <a:cs typeface="Arial"/>
              </a:rPr>
              <a:t>Active session</a:t>
            </a:r>
          </a:p>
        </p:txBody>
      </p:sp>
      <p:sp>
        <p:nvSpPr>
          <p:cNvPr id="32" name="Rectangle 31">
            <a:extLst>
              <a:ext uri="{FF2B5EF4-FFF2-40B4-BE49-F238E27FC236}">
                <a16:creationId xmlns:a16="http://schemas.microsoft.com/office/drawing/2014/main" id="{C13348E9-828F-4C9F-9EFE-EEE1D5C6848A}"/>
              </a:ext>
            </a:extLst>
          </p:cNvPr>
          <p:cNvSpPr>
            <a:spLocks noGrp="1"/>
          </p:cNvSpPr>
          <p:nvPr/>
        </p:nvSpPr>
        <p:spPr>
          <a:xfrm>
            <a:off x="6248400" y="4438650"/>
            <a:ext cx="2171700" cy="552450"/>
          </a:xfrm>
          <a:prstGeom prst="rect">
            <a:avLst/>
          </a:prstGeom>
          <a:noFill/>
          <a:ln w="0">
            <a:noFill/>
            <a:prstDash val="solid"/>
          </a:ln>
        </p:spPr>
        <p:txBody>
          <a:bodyPr anchor="ctr"/>
          <a:lstStyle>
            <a:defPPr algn="l">
              <a:defRPr sz="1125" b="0">
                <a:solidFill>
                  <a:srgbClr val="AAB4B6"/>
                </a:solidFill>
                <a:latin typeface="Arial"/>
                <a:ea typeface="Arial"/>
                <a:cs typeface="Arial"/>
              </a:defRPr>
            </a:defPPr>
          </a:lstStyle>
          <a:p>
            <a:pPr algn="l">
              <a:defRPr sz="1125" b="0">
                <a:solidFill>
                  <a:srgbClr val="AAB4B6"/>
                </a:solidFill>
                <a:latin typeface="Arial"/>
                <a:ea typeface="Arial"/>
                <a:cs typeface="Arial"/>
              </a:defRPr>
            </a:pPr>
            <a:r>
              <a:rPr sz="1125" b="0">
                <a:solidFill>
                  <a:srgbClr val="AAB4B6"/>
                </a:solidFill>
                <a:latin typeface="Arial"/>
                <a:ea typeface="Arial"/>
                <a:cs typeface="Arial"/>
              </a:rPr>
              <a:t>In-progress sets and session state</a:t>
            </a:r>
          </a:p>
        </p:txBody>
      </p:sp>
      <p:sp>
        <p:nvSpPr>
          <p:cNvPr id="33" name="Rectangle: Rounded Corners 32">
            <a:extLst>
              <a:ext uri="{FF2B5EF4-FFF2-40B4-BE49-F238E27FC236}">
                <a16:creationId xmlns:a16="http://schemas.microsoft.com/office/drawing/2014/main" id="{2C0C6AE6-5B52-42BD-8EB5-15BE5189191C}"/>
              </a:ext>
            </a:extLst>
          </p:cNvPr>
          <p:cNvSpPr>
            <a:spLocks noGrp="1"/>
          </p:cNvSpPr>
          <p:nvPr/>
        </p:nvSpPr>
        <p:spPr>
          <a:xfrm>
            <a:off x="8810625" y="3952875"/>
            <a:ext cx="2476500" cy="1219200"/>
          </a:xfrm>
          <a:prstGeom prst="roundRect">
            <a:avLst>
              <a:gd name="adj" fmla="val 6250"/>
            </a:avLst>
          </a:prstGeom>
          <a:solidFill>
            <a:srgbClr val="20262A"/>
          </a:solidFill>
          <a:ln w="9525">
            <a:solidFill>
              <a:srgbClr val="343B40"/>
            </a:solidFill>
            <a:prstDash val="solid"/>
          </a:ln>
        </p:spPr>
      </p:sp>
      <p:sp>
        <p:nvSpPr>
          <p:cNvPr id="34" name="Rectangle 33">
            <a:extLst>
              <a:ext uri="{FF2B5EF4-FFF2-40B4-BE49-F238E27FC236}">
                <a16:creationId xmlns:a16="http://schemas.microsoft.com/office/drawing/2014/main" id="{8B8F80E2-304C-46DC-8DA2-8DF754BC4B88}"/>
              </a:ext>
            </a:extLst>
          </p:cNvPr>
          <p:cNvSpPr>
            <a:spLocks noGrp="1"/>
          </p:cNvSpPr>
          <p:nvPr/>
        </p:nvSpPr>
        <p:spPr>
          <a:xfrm>
            <a:off x="8963025" y="4076700"/>
            <a:ext cx="2171700" cy="285750"/>
          </a:xfrm>
          <a:prstGeom prst="rect">
            <a:avLst/>
          </a:prstGeom>
          <a:noFill/>
          <a:ln w="0">
            <a:noFill/>
            <a:prstDash val="solid"/>
          </a:ln>
        </p:spPr>
        <p:txBody>
          <a:bodyPr anchor="ctr"/>
          <a:lstStyle>
            <a:defPPr algn="l">
              <a:defRPr sz="1275" b="1">
                <a:solidFill>
                  <a:srgbClr val="F4F6F5"/>
                </a:solidFill>
                <a:latin typeface="Arial"/>
                <a:ea typeface="Arial"/>
                <a:cs typeface="Arial"/>
              </a:defRPr>
            </a:defPPr>
          </a:lstStyle>
          <a:p>
            <a:pPr algn="l">
              <a:defRPr sz="1275" b="1">
                <a:solidFill>
                  <a:srgbClr val="F4F6F5"/>
                </a:solidFill>
                <a:latin typeface="Arial"/>
                <a:ea typeface="Arial"/>
                <a:cs typeface="Arial"/>
              </a:defRPr>
            </a:pPr>
            <a:r>
              <a:rPr sz="1275" b="1">
                <a:solidFill>
                  <a:srgbClr val="F4F6F5"/>
                </a:solidFill>
                <a:latin typeface="Arial"/>
                <a:ea typeface="Arial"/>
                <a:cs typeface="Arial"/>
              </a:rPr>
              <a:t>History &amp; units</a:t>
            </a:r>
          </a:p>
        </p:txBody>
      </p:sp>
      <p:sp>
        <p:nvSpPr>
          <p:cNvPr id="35" name="Rectangle 34">
            <a:extLst>
              <a:ext uri="{FF2B5EF4-FFF2-40B4-BE49-F238E27FC236}">
                <a16:creationId xmlns:a16="http://schemas.microsoft.com/office/drawing/2014/main" id="{A4E91F1F-634B-4E40-AC61-6FF0C48E8AA6}"/>
              </a:ext>
            </a:extLst>
          </p:cNvPr>
          <p:cNvSpPr>
            <a:spLocks noGrp="1"/>
          </p:cNvSpPr>
          <p:nvPr/>
        </p:nvSpPr>
        <p:spPr>
          <a:xfrm>
            <a:off x="8963025" y="4438650"/>
            <a:ext cx="2171700" cy="552450"/>
          </a:xfrm>
          <a:prstGeom prst="rect">
            <a:avLst/>
          </a:prstGeom>
          <a:noFill/>
          <a:ln w="0">
            <a:noFill/>
            <a:prstDash val="solid"/>
          </a:ln>
        </p:spPr>
        <p:txBody>
          <a:bodyPr anchor="ctr"/>
          <a:lstStyle>
            <a:defPPr algn="l">
              <a:defRPr sz="1125" b="0">
                <a:solidFill>
                  <a:srgbClr val="AAB4B6"/>
                </a:solidFill>
                <a:latin typeface="Arial"/>
                <a:ea typeface="Arial"/>
                <a:cs typeface="Arial"/>
              </a:defRPr>
            </a:defPPr>
          </a:lstStyle>
          <a:p>
            <a:pPr algn="l">
              <a:defRPr sz="1125" b="0">
                <a:solidFill>
                  <a:srgbClr val="AAB4B6"/>
                </a:solidFill>
                <a:latin typeface="Arial"/>
                <a:ea typeface="Arial"/>
                <a:cs typeface="Arial"/>
              </a:defRPr>
            </a:pPr>
            <a:r>
              <a:rPr sz="1125" b="0">
                <a:solidFill>
                  <a:srgbClr val="AAB4B6"/>
                </a:solidFill>
                <a:latin typeface="Arial"/>
                <a:ea typeface="Arial"/>
                <a:cs typeface="Arial"/>
              </a:rPr>
              <a:t>Completed sessions and kg / lb preference</a:t>
            </a:r>
          </a:p>
        </p:txBody>
      </p:sp>
      <p:sp>
        <p:nvSpPr>
          <p:cNvPr id="36" name="Rectangle 35">
            <a:extLst>
              <a:ext uri="{FF2B5EF4-FFF2-40B4-BE49-F238E27FC236}">
                <a16:creationId xmlns:a16="http://schemas.microsoft.com/office/drawing/2014/main" id="{8248EA56-ED57-4C91-B9DD-16CCC6F4FDA9}"/>
              </a:ext>
            </a:extLst>
          </p:cNvPr>
          <p:cNvSpPr>
            <a:spLocks noGrp="1"/>
          </p:cNvSpPr>
          <p:nvPr/>
        </p:nvSpPr>
        <p:spPr>
          <a:xfrm>
            <a:off x="666750" y="5572125"/>
            <a:ext cx="10763250" cy="409575"/>
          </a:xfrm>
          <a:prstGeom prst="rect">
            <a:avLst/>
          </a:prstGeom>
          <a:noFill/>
          <a:ln w="0">
            <a:noFill/>
            <a:prstDash val="solid"/>
          </a:ln>
        </p:spPr>
        <p:txBody>
          <a:bodyPr anchor="ctr"/>
          <a:lstStyle>
            <a:defPPr algn="l">
              <a:defRPr sz="1350" b="0">
                <a:solidFill>
                  <a:srgbClr val="F4F6F5"/>
                </a:solidFill>
                <a:latin typeface="Arial"/>
                <a:ea typeface="Arial"/>
                <a:cs typeface="Arial"/>
              </a:defRPr>
            </a:defPPr>
          </a:lstStyle>
          <a:p>
            <a:pPr algn="l">
              <a:defRPr sz="1350" b="0">
                <a:solidFill>
                  <a:srgbClr val="F4F6F5"/>
                </a:solidFill>
                <a:latin typeface="Arial"/>
                <a:ea typeface="Arial"/>
                <a:cs typeface="Arial"/>
              </a:defRPr>
            </a:pPr>
            <a:r>
              <a:rPr sz="1350" b="0">
                <a:solidFill>
                  <a:srgbClr val="F4F6F5"/>
                </a:solidFill>
                <a:latin typeface="Arial"/>
                <a:ea typeface="Arial"/>
                <a:cs typeface="Arial"/>
              </a:rPr>
              <a:t>The React UI dispatches user actions; state updates are persisted locally and restored on launch.</a:t>
            </a:r>
          </a:p>
        </p:txBody>
      </p:sp>
    </p:spTree>
    <p:extLst>
      <p:ext uri="{BB962C8B-B14F-4D97-AF65-F5344CB8AC3E}">
        <p14:creationId xmlns:p14="http://schemas.microsoft.com/office/powerpoint/2010/main" val="8623500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01214"/>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4718A59F-D976-49AB-A76F-4A4F1F08E943}"/>
              </a:ext>
            </a:extLst>
          </p:cNvPr>
          <p:cNvSpPr>
            <a:spLocks noGrp="1"/>
          </p:cNvSpPr>
          <p:nvPr/>
        </p:nvSpPr>
        <p:spPr>
          <a:xfrm>
            <a:off x="609600" y="361950"/>
            <a:ext cx="6667500" cy="209550"/>
          </a:xfrm>
          <a:prstGeom prst="rect">
            <a:avLst/>
          </a:prstGeom>
          <a:noFill/>
          <a:ln w="0">
            <a:noFill/>
            <a:prstDash val="solid"/>
          </a:ln>
        </p:spPr>
        <p:txBody>
          <a:bodyPr anchor="ctr"/>
          <a:lstStyle>
            <a:defPPr algn="l">
              <a:defRPr sz="975" b="1">
                <a:solidFill>
                  <a:srgbClr val="C5F52A"/>
                </a:solidFill>
                <a:latin typeface="Arial"/>
                <a:ea typeface="Arial"/>
                <a:cs typeface="Arial"/>
              </a:defRPr>
            </a:defPPr>
          </a:lstStyle>
          <a:p>
            <a:pPr algn="l">
              <a:defRPr sz="975" b="1">
                <a:solidFill>
                  <a:srgbClr val="C5F52A"/>
                </a:solidFill>
                <a:latin typeface="Arial"/>
                <a:ea typeface="Arial"/>
                <a:cs typeface="Arial"/>
              </a:defRPr>
            </a:pPr>
            <a:r>
              <a:rPr sz="975" b="1">
                <a:solidFill>
                  <a:srgbClr val="C5F52A"/>
                </a:solidFill>
                <a:latin typeface="Arial"/>
                <a:ea typeface="Arial"/>
                <a:cs typeface="Arial"/>
              </a:rPr>
              <a:t>USER FLOW</a:t>
            </a:r>
          </a:p>
        </p:txBody>
      </p:sp>
      <p:sp>
        <p:nvSpPr>
          <p:cNvPr id="2" name="Rectangle 1">
            <a:extLst>
              <a:ext uri="{FF2B5EF4-FFF2-40B4-BE49-F238E27FC236}">
                <a16:creationId xmlns:a16="http://schemas.microsoft.com/office/drawing/2014/main" id="{90F8B667-AB2D-432B-9B43-0367168DE4B4}"/>
              </a:ext>
            </a:extLst>
          </p:cNvPr>
          <p:cNvSpPr>
            <a:spLocks noGrp="1"/>
          </p:cNvSpPr>
          <p:nvPr/>
        </p:nvSpPr>
        <p:spPr>
          <a:xfrm>
            <a:off x="609600" y="619125"/>
            <a:ext cx="10668000" cy="552450"/>
          </a:xfrm>
          <a:prstGeom prst="rect">
            <a:avLst/>
          </a:prstGeom>
          <a:noFill/>
          <a:ln w="0">
            <a:noFill/>
            <a:prstDash val="solid"/>
          </a:ln>
        </p:spPr>
        <p:txBody>
          <a:bodyPr anchor="ctr"/>
          <a:lstStyle>
            <a:defPPr algn="l">
              <a:defRPr sz="2850" b="1">
                <a:solidFill>
                  <a:srgbClr val="F4F6F5"/>
                </a:solidFill>
                <a:latin typeface="Arial"/>
                <a:ea typeface="Arial"/>
                <a:cs typeface="Arial"/>
              </a:defRPr>
            </a:defPPr>
          </a:lstStyle>
          <a:p>
            <a:pPr algn="l">
              <a:defRPr sz="2850" b="1">
                <a:solidFill>
                  <a:srgbClr val="F4F6F5"/>
                </a:solidFill>
                <a:latin typeface="Arial"/>
                <a:ea typeface="Arial"/>
                <a:cs typeface="Arial"/>
              </a:defRPr>
            </a:pPr>
            <a:r>
              <a:rPr sz="2850" b="1">
                <a:solidFill>
                  <a:srgbClr val="F4F6F5"/>
                </a:solidFill>
                <a:latin typeface="Arial"/>
                <a:ea typeface="Arial"/>
                <a:cs typeface="Arial"/>
              </a:rPr>
              <a:t>Demo of the project</a:t>
            </a:r>
          </a:p>
        </p:txBody>
      </p:sp>
      <p:sp>
        <p:nvSpPr>
          <p:cNvPr id="3" name="Rectangle 2">
            <a:extLst>
              <a:ext uri="{FF2B5EF4-FFF2-40B4-BE49-F238E27FC236}">
                <a16:creationId xmlns:a16="http://schemas.microsoft.com/office/drawing/2014/main" id="{692CD00C-7404-4175-989F-9CF0C99BB81D}"/>
              </a:ext>
            </a:extLst>
          </p:cNvPr>
          <p:cNvSpPr>
            <a:spLocks noGrp="1"/>
          </p:cNvSpPr>
          <p:nvPr/>
        </p:nvSpPr>
        <p:spPr>
          <a:xfrm>
            <a:off x="609600" y="1304925"/>
            <a:ext cx="10972800" cy="9525"/>
          </a:xfrm>
          <a:prstGeom prst="rect">
            <a:avLst/>
          </a:prstGeom>
          <a:solidFill>
            <a:srgbClr val="343B40"/>
          </a:solidFill>
          <a:ln w="0">
            <a:solidFill>
              <a:srgbClr val="343B40"/>
            </a:solidFill>
            <a:prstDash val="solid"/>
          </a:ln>
        </p:spPr>
      </p:sp>
      <p:sp>
        <p:nvSpPr>
          <p:cNvPr id="4" name="Rectangle 3">
            <a:extLst>
              <a:ext uri="{FF2B5EF4-FFF2-40B4-BE49-F238E27FC236}">
                <a16:creationId xmlns:a16="http://schemas.microsoft.com/office/drawing/2014/main" id="{9AD729F7-57AA-4AEA-AF93-951B14A29137}"/>
              </a:ext>
            </a:extLst>
          </p:cNvPr>
          <p:cNvSpPr>
            <a:spLocks noGrp="1"/>
          </p:cNvSpPr>
          <p:nvPr/>
        </p:nvSpPr>
        <p:spPr>
          <a:xfrm>
            <a:off x="609600" y="6419850"/>
            <a:ext cx="4762500" cy="171450"/>
          </a:xfrm>
          <a:prstGeom prst="rect">
            <a:avLst/>
          </a:prstGeom>
          <a:noFill/>
          <a:ln w="0">
            <a:noFill/>
            <a:prstDash val="solid"/>
          </a:ln>
        </p:spPr>
        <p:txBody>
          <a:bodyPr anchor="ctr"/>
          <a:lstStyle>
            <a:defPPr algn="l">
              <a:defRPr sz="825" b="1">
                <a:solidFill>
                  <a:srgbClr val="AAB4B6"/>
                </a:solidFill>
                <a:latin typeface="Arial"/>
                <a:ea typeface="Arial"/>
                <a:cs typeface="Arial"/>
              </a:defRPr>
            </a:defPPr>
          </a:lstStyle>
          <a:p>
            <a:pPr algn="l">
              <a:defRPr sz="825" b="1">
                <a:solidFill>
                  <a:srgbClr val="AAB4B6"/>
                </a:solidFill>
                <a:latin typeface="Arial"/>
                <a:ea typeface="Arial"/>
                <a:cs typeface="Arial"/>
              </a:defRPr>
            </a:pPr>
            <a:r>
              <a:rPr sz="825" b="1">
                <a:solidFill>
                  <a:srgbClr val="AAB4B6"/>
                </a:solidFill>
                <a:latin typeface="Arial"/>
                <a:ea typeface="Arial"/>
                <a:cs typeface="Arial"/>
              </a:rPr>
              <a:t>FITTRACK  /  FITNESS &amp; WELLNESS</a:t>
            </a:r>
          </a:p>
        </p:txBody>
      </p:sp>
      <p:sp>
        <p:nvSpPr>
          <p:cNvPr id="5" name="Rectangle 4">
            <a:extLst>
              <a:ext uri="{FF2B5EF4-FFF2-40B4-BE49-F238E27FC236}">
                <a16:creationId xmlns:a16="http://schemas.microsoft.com/office/drawing/2014/main" id="{9FF9362C-00A5-4F30-809D-9735DEB3C658}"/>
              </a:ext>
            </a:extLst>
          </p:cNvPr>
          <p:cNvSpPr>
            <a:spLocks noGrp="1"/>
          </p:cNvSpPr>
          <p:nvPr/>
        </p:nvSpPr>
        <p:spPr>
          <a:xfrm>
            <a:off x="11096625" y="6400800"/>
            <a:ext cx="476250" cy="190500"/>
          </a:xfrm>
          <a:prstGeom prst="rect">
            <a:avLst/>
          </a:prstGeom>
          <a:noFill/>
          <a:ln w="0">
            <a:noFill/>
            <a:prstDash val="solid"/>
          </a:ln>
        </p:spPr>
        <p:txBody>
          <a:bodyPr anchor="ctr"/>
          <a:lstStyle>
            <a:defPPr algn="r">
              <a:defRPr sz="900" b="1">
                <a:solidFill>
                  <a:srgbClr val="C5F52A"/>
                </a:solidFill>
                <a:latin typeface="Arial"/>
                <a:ea typeface="Arial"/>
                <a:cs typeface="Arial"/>
              </a:defRPr>
            </a:defPPr>
          </a:lstStyle>
          <a:p>
            <a:pPr algn="r">
              <a:defRPr sz="900" b="1">
                <a:solidFill>
                  <a:srgbClr val="C5F52A"/>
                </a:solidFill>
                <a:latin typeface="Arial"/>
                <a:ea typeface="Arial"/>
                <a:cs typeface="Arial"/>
              </a:defRPr>
            </a:pPr>
            <a:r>
              <a:rPr sz="900" b="1">
                <a:solidFill>
                  <a:srgbClr val="C5F52A"/>
                </a:solidFill>
                <a:latin typeface="Arial"/>
                <a:ea typeface="Arial"/>
                <a:cs typeface="Arial"/>
              </a:rPr>
              <a:t>07</a:t>
            </a:r>
          </a:p>
        </p:txBody>
      </p:sp>
      <p:sp>
        <p:nvSpPr>
          <p:cNvPr id="6" name="Rectangle: Rounded Corners 5">
            <a:extLst>
              <a:ext uri="{FF2B5EF4-FFF2-40B4-BE49-F238E27FC236}">
                <a16:creationId xmlns:a16="http://schemas.microsoft.com/office/drawing/2014/main" id="{68CE3DA3-F6C2-488B-ACF2-718ADBDF05EB}"/>
              </a:ext>
            </a:extLst>
          </p:cNvPr>
          <p:cNvSpPr>
            <a:spLocks noGrp="1"/>
          </p:cNvSpPr>
          <p:nvPr/>
        </p:nvSpPr>
        <p:spPr>
          <a:xfrm>
            <a:off x="590550" y="1600200"/>
            <a:ext cx="5715000" cy="4419600"/>
          </a:xfrm>
          <a:prstGeom prst="roundRect">
            <a:avLst>
              <a:gd name="adj" fmla="val 1724"/>
            </a:avLst>
          </a:prstGeom>
          <a:solidFill>
            <a:srgbClr val="20262A"/>
          </a:solidFill>
          <a:ln w="9525">
            <a:solidFill>
              <a:srgbClr val="343B40"/>
            </a:solidFill>
            <a:prstDash val="solid"/>
          </a:ln>
        </p:spPr>
      </p:sp>
      <p:pic>
        <p:nvPicPr>
          <p:cNvPr id="7" name="Picture 6">
            <a:extLst>
              <a:ext uri="{FF2B5EF4-FFF2-40B4-BE49-F238E27FC236}">
                <a16:creationId xmlns:a16="http://schemas.microsoft.com/office/drawing/2014/main" id="{E0E7C900-2459-4EA9-90A6-2A8994B149A9}"/>
              </a:ext>
            </a:extLst>
          </p:cNvPr>
          <p:cNvPicPr>
            <a:picLocks noChangeAspect="1"/>
          </p:cNvPicPr>
          <p:nvPr/>
        </p:nvPicPr>
        <p:blipFill>
          <a:blip r:embed="rId3"/>
          <a:stretch/>
        </p:blipFill>
        <p:spPr>
          <a:xfrm>
            <a:off x="614747" y="1619250"/>
            <a:ext cx="5666605" cy="4381500"/>
          </a:xfrm>
          <a:prstGeom prst="roundRect">
            <a:avLst>
              <a:gd name="adj" fmla="val 1739"/>
            </a:avLst>
          </a:prstGeom>
        </p:spPr>
      </p:pic>
      <p:sp>
        <p:nvSpPr>
          <p:cNvPr id="8" name="Rectangle 7">
            <a:extLst>
              <a:ext uri="{FF2B5EF4-FFF2-40B4-BE49-F238E27FC236}">
                <a16:creationId xmlns:a16="http://schemas.microsoft.com/office/drawing/2014/main" id="{8473B5D3-AD24-4A55-9DB7-722F954878DF}"/>
              </a:ext>
            </a:extLst>
          </p:cNvPr>
          <p:cNvSpPr>
            <a:spLocks noGrp="1"/>
          </p:cNvSpPr>
          <p:nvPr/>
        </p:nvSpPr>
        <p:spPr>
          <a:xfrm>
            <a:off x="6800850" y="1590675"/>
            <a:ext cx="1619250" cy="238125"/>
          </a:xfrm>
          <a:prstGeom prst="rect">
            <a:avLst/>
          </a:prstGeom>
          <a:noFill/>
          <a:ln w="0">
            <a:noFill/>
            <a:prstDash val="solid"/>
          </a:ln>
        </p:spPr>
        <p:txBody>
          <a:bodyPr anchor="ctr"/>
          <a:lstStyle>
            <a:defPPr algn="l">
              <a:defRPr sz="1050" b="1">
                <a:solidFill>
                  <a:srgbClr val="C5F52A"/>
                </a:solidFill>
                <a:latin typeface="Arial"/>
                <a:ea typeface="Arial"/>
                <a:cs typeface="Arial"/>
              </a:defRPr>
            </a:defPPr>
          </a:lstStyle>
          <a:p>
            <a:pPr algn="l">
              <a:defRPr sz="1050" b="1">
                <a:solidFill>
                  <a:srgbClr val="C5F52A"/>
                </a:solidFill>
                <a:latin typeface="Arial"/>
                <a:ea typeface="Arial"/>
                <a:cs typeface="Arial"/>
              </a:defRPr>
            </a:pPr>
            <a:r>
              <a:rPr sz="1050" b="1">
                <a:solidFill>
                  <a:srgbClr val="C5F52A"/>
                </a:solidFill>
                <a:latin typeface="Arial"/>
                <a:ea typeface="Arial"/>
                <a:cs typeface="Arial"/>
              </a:rPr>
              <a:t>01  START</a:t>
            </a:r>
          </a:p>
        </p:txBody>
      </p:sp>
      <p:sp>
        <p:nvSpPr>
          <p:cNvPr id="9" name="Rectangle 8">
            <a:extLst>
              <a:ext uri="{FF2B5EF4-FFF2-40B4-BE49-F238E27FC236}">
                <a16:creationId xmlns:a16="http://schemas.microsoft.com/office/drawing/2014/main" id="{A9BA9353-D61B-4CB5-8611-F7BDA108D338}"/>
              </a:ext>
            </a:extLst>
          </p:cNvPr>
          <p:cNvSpPr>
            <a:spLocks noGrp="1"/>
          </p:cNvSpPr>
          <p:nvPr/>
        </p:nvSpPr>
        <p:spPr>
          <a:xfrm>
            <a:off x="6800850" y="1866900"/>
            <a:ext cx="4286250" cy="428625"/>
          </a:xfrm>
          <a:prstGeom prst="rect">
            <a:avLst/>
          </a:prstGeom>
          <a:noFill/>
          <a:ln w="0">
            <a:noFill/>
            <a:prstDash val="solid"/>
          </a:ln>
        </p:spPr>
        <p:txBody>
          <a:bodyPr anchor="ctr"/>
          <a:lstStyle>
            <a:defPPr algn="l">
              <a:defRPr sz="1275" b="0">
                <a:solidFill>
                  <a:srgbClr val="F4F6F5"/>
                </a:solidFill>
                <a:latin typeface="Arial"/>
                <a:ea typeface="Arial"/>
                <a:cs typeface="Arial"/>
              </a:defRPr>
            </a:defPPr>
          </a:lstStyle>
          <a:p>
            <a:pPr algn="l">
              <a:defRPr sz="1275" b="0">
                <a:solidFill>
                  <a:srgbClr val="F4F6F5"/>
                </a:solidFill>
                <a:latin typeface="Arial"/>
                <a:ea typeface="Arial"/>
                <a:cs typeface="Arial"/>
              </a:defRPr>
            </a:pPr>
            <a:r>
              <a:rPr sz="1275" b="0">
                <a:solidFill>
                  <a:srgbClr val="F4F6F5"/>
                </a:solidFill>
                <a:latin typeface="Arial"/>
                <a:ea typeface="Arial"/>
                <a:cs typeface="Arial"/>
              </a:rPr>
              <a:t>Choose a saved routine from Home or Workouts.</a:t>
            </a:r>
          </a:p>
        </p:txBody>
      </p:sp>
      <p:sp>
        <p:nvSpPr>
          <p:cNvPr id="10" name="Rectangle: Rounded Corners 9">
            <a:extLst>
              <a:ext uri="{FF2B5EF4-FFF2-40B4-BE49-F238E27FC236}">
                <a16:creationId xmlns:a16="http://schemas.microsoft.com/office/drawing/2014/main" id="{170929EF-DE28-40CD-A5EC-D9E09D8E3CB9}"/>
              </a:ext>
            </a:extLst>
          </p:cNvPr>
          <p:cNvSpPr>
            <a:spLocks noGrp="1"/>
          </p:cNvSpPr>
          <p:nvPr/>
        </p:nvSpPr>
        <p:spPr>
          <a:xfrm>
            <a:off x="6781800" y="2371725"/>
            <a:ext cx="2419350" cy="1885950"/>
          </a:xfrm>
          <a:prstGeom prst="roundRect">
            <a:avLst>
              <a:gd name="adj" fmla="val 4040"/>
            </a:avLst>
          </a:prstGeom>
          <a:solidFill>
            <a:srgbClr val="20262A"/>
          </a:solidFill>
          <a:ln w="9525">
            <a:solidFill>
              <a:srgbClr val="343B40"/>
            </a:solidFill>
            <a:prstDash val="solid"/>
          </a:ln>
        </p:spPr>
      </p:sp>
      <p:pic>
        <p:nvPicPr>
          <p:cNvPr id="11" name="Picture 10">
            <a:extLst>
              <a:ext uri="{FF2B5EF4-FFF2-40B4-BE49-F238E27FC236}">
                <a16:creationId xmlns:a16="http://schemas.microsoft.com/office/drawing/2014/main" id="{2B9B2208-567C-41CA-975F-470A4ED02580}"/>
              </a:ext>
            </a:extLst>
          </p:cNvPr>
          <p:cNvPicPr>
            <a:picLocks noChangeAspect="1"/>
          </p:cNvPicPr>
          <p:nvPr/>
        </p:nvPicPr>
        <p:blipFill>
          <a:blip r:embed="rId4"/>
          <a:stretch/>
        </p:blipFill>
        <p:spPr>
          <a:xfrm>
            <a:off x="6800850" y="2399887"/>
            <a:ext cx="2381250" cy="1829625"/>
          </a:xfrm>
          <a:prstGeom prst="roundRect">
            <a:avLst>
              <a:gd name="adj" fmla="val 4124"/>
            </a:avLst>
          </a:prstGeom>
        </p:spPr>
      </p:pic>
      <p:sp>
        <p:nvSpPr>
          <p:cNvPr id="12" name="Rectangle 11">
            <a:extLst>
              <a:ext uri="{FF2B5EF4-FFF2-40B4-BE49-F238E27FC236}">
                <a16:creationId xmlns:a16="http://schemas.microsoft.com/office/drawing/2014/main" id="{6508B079-9E55-4EDB-BFB3-0F8EA8E086C8}"/>
              </a:ext>
            </a:extLst>
          </p:cNvPr>
          <p:cNvSpPr>
            <a:spLocks noGrp="1"/>
          </p:cNvSpPr>
          <p:nvPr/>
        </p:nvSpPr>
        <p:spPr>
          <a:xfrm>
            <a:off x="9401175" y="2457450"/>
            <a:ext cx="2047875" cy="228600"/>
          </a:xfrm>
          <a:prstGeom prst="rect">
            <a:avLst/>
          </a:prstGeom>
          <a:noFill/>
          <a:ln w="0">
            <a:noFill/>
            <a:prstDash val="solid"/>
          </a:ln>
        </p:spPr>
        <p:txBody>
          <a:bodyPr anchor="ctr"/>
          <a:lstStyle>
            <a:defPPr algn="l">
              <a:defRPr sz="975" b="1">
                <a:solidFill>
                  <a:srgbClr val="C5F52A"/>
                </a:solidFill>
                <a:latin typeface="Arial"/>
                <a:ea typeface="Arial"/>
                <a:cs typeface="Arial"/>
              </a:defRPr>
            </a:defPPr>
          </a:lstStyle>
          <a:p>
            <a:pPr algn="l">
              <a:defRPr sz="975" b="1">
                <a:solidFill>
                  <a:srgbClr val="C5F52A"/>
                </a:solidFill>
                <a:latin typeface="Arial"/>
                <a:ea typeface="Arial"/>
                <a:cs typeface="Arial"/>
              </a:defRPr>
            </a:pPr>
            <a:r>
              <a:rPr sz="975" b="1">
                <a:solidFill>
                  <a:srgbClr val="C5F52A"/>
                </a:solidFill>
                <a:latin typeface="Arial"/>
                <a:ea typeface="Arial"/>
                <a:cs typeface="Arial"/>
              </a:rPr>
              <a:t>02  SELECT ROUTINE</a:t>
            </a:r>
          </a:p>
        </p:txBody>
      </p:sp>
      <p:sp>
        <p:nvSpPr>
          <p:cNvPr id="13" name="Rectangle 12">
            <a:extLst>
              <a:ext uri="{FF2B5EF4-FFF2-40B4-BE49-F238E27FC236}">
                <a16:creationId xmlns:a16="http://schemas.microsoft.com/office/drawing/2014/main" id="{C7DB4104-594F-490A-95FD-D375562363C7}"/>
              </a:ext>
            </a:extLst>
          </p:cNvPr>
          <p:cNvSpPr>
            <a:spLocks noGrp="1"/>
          </p:cNvSpPr>
          <p:nvPr/>
        </p:nvSpPr>
        <p:spPr>
          <a:xfrm>
            <a:off x="9401175" y="2752725"/>
            <a:ext cx="2047875" cy="866775"/>
          </a:xfrm>
          <a:prstGeom prst="rect">
            <a:avLst/>
          </a:prstGeom>
          <a:noFill/>
          <a:ln w="0">
            <a:noFill/>
            <a:prstDash val="solid"/>
          </a:ln>
        </p:spPr>
        <p:txBody>
          <a:bodyPr anchor="ctr"/>
          <a:lstStyle>
            <a:defPPr algn="l">
              <a:defRPr sz="1125" b="0">
                <a:solidFill>
                  <a:srgbClr val="F4F6F5"/>
                </a:solidFill>
                <a:latin typeface="Arial"/>
                <a:ea typeface="Arial"/>
                <a:cs typeface="Arial"/>
              </a:defRPr>
            </a:defPPr>
          </a:lstStyle>
          <a:p>
            <a:pPr algn="l">
              <a:defRPr sz="1125" b="0">
                <a:solidFill>
                  <a:srgbClr val="F4F6F5"/>
                </a:solidFill>
                <a:latin typeface="Arial"/>
                <a:ea typeface="Arial"/>
                <a:cs typeface="Arial"/>
              </a:defRPr>
            </a:pPr>
            <a:r>
              <a:rPr sz="1125" b="0">
                <a:solidFill>
                  <a:srgbClr val="F4F6F5"/>
                </a:solidFill>
                <a:latin typeface="Arial"/>
                <a:ea typeface="Arial"/>
                <a:cs typeface="Arial"/>
              </a:rPr>
              <a:t>Create or edit routines with exercises and set targets.</a:t>
            </a:r>
          </a:p>
        </p:txBody>
      </p:sp>
      <p:sp>
        <p:nvSpPr>
          <p:cNvPr id="14" name="Rectangle: Rounded Corners 13">
            <a:extLst>
              <a:ext uri="{FF2B5EF4-FFF2-40B4-BE49-F238E27FC236}">
                <a16:creationId xmlns:a16="http://schemas.microsoft.com/office/drawing/2014/main" id="{432EC356-6B7A-42F5-9E6F-18E33668420D}"/>
              </a:ext>
            </a:extLst>
          </p:cNvPr>
          <p:cNvSpPr>
            <a:spLocks noGrp="1"/>
          </p:cNvSpPr>
          <p:nvPr/>
        </p:nvSpPr>
        <p:spPr>
          <a:xfrm>
            <a:off x="6781800" y="4467225"/>
            <a:ext cx="2419350" cy="1885950"/>
          </a:xfrm>
          <a:prstGeom prst="roundRect">
            <a:avLst>
              <a:gd name="adj" fmla="val 4040"/>
            </a:avLst>
          </a:prstGeom>
          <a:solidFill>
            <a:srgbClr val="20262A"/>
          </a:solidFill>
          <a:ln w="9525">
            <a:solidFill>
              <a:srgbClr val="343B40"/>
            </a:solidFill>
            <a:prstDash val="solid"/>
          </a:ln>
        </p:spPr>
      </p:sp>
      <p:pic>
        <p:nvPicPr>
          <p:cNvPr id="15" name="Picture 14">
            <a:extLst>
              <a:ext uri="{FF2B5EF4-FFF2-40B4-BE49-F238E27FC236}">
                <a16:creationId xmlns:a16="http://schemas.microsoft.com/office/drawing/2014/main" id="{9B14CD9C-8868-4B18-BC0B-8B13724D446A}"/>
              </a:ext>
            </a:extLst>
          </p:cNvPr>
          <p:cNvPicPr>
            <a:picLocks noChangeAspect="1"/>
          </p:cNvPicPr>
          <p:nvPr/>
        </p:nvPicPr>
        <p:blipFill>
          <a:blip r:embed="rId5"/>
          <a:stretch/>
        </p:blipFill>
        <p:spPr>
          <a:xfrm>
            <a:off x="6801443" y="4486275"/>
            <a:ext cx="2380065" cy="1847850"/>
          </a:xfrm>
          <a:prstGeom prst="roundRect">
            <a:avLst>
              <a:gd name="adj" fmla="val 4124"/>
            </a:avLst>
          </a:prstGeom>
        </p:spPr>
      </p:pic>
      <p:sp>
        <p:nvSpPr>
          <p:cNvPr id="16" name="Rectangle 15">
            <a:extLst>
              <a:ext uri="{FF2B5EF4-FFF2-40B4-BE49-F238E27FC236}">
                <a16:creationId xmlns:a16="http://schemas.microsoft.com/office/drawing/2014/main" id="{EF13EC5D-C9E1-48A3-BDE1-14206154F6F8}"/>
              </a:ext>
            </a:extLst>
          </p:cNvPr>
          <p:cNvSpPr>
            <a:spLocks noGrp="1"/>
          </p:cNvSpPr>
          <p:nvPr/>
        </p:nvSpPr>
        <p:spPr>
          <a:xfrm>
            <a:off x="9401175" y="4572000"/>
            <a:ext cx="1905000" cy="228600"/>
          </a:xfrm>
          <a:prstGeom prst="rect">
            <a:avLst/>
          </a:prstGeom>
          <a:noFill/>
          <a:ln w="0">
            <a:noFill/>
            <a:prstDash val="solid"/>
          </a:ln>
        </p:spPr>
        <p:txBody>
          <a:bodyPr anchor="ctr"/>
          <a:lstStyle>
            <a:defPPr algn="l">
              <a:defRPr sz="1050" b="1">
                <a:solidFill>
                  <a:srgbClr val="C5F52A"/>
                </a:solidFill>
                <a:latin typeface="Arial"/>
                <a:ea typeface="Arial"/>
                <a:cs typeface="Arial"/>
              </a:defRPr>
            </a:defPPr>
          </a:lstStyle>
          <a:p>
            <a:pPr algn="l">
              <a:defRPr sz="1050" b="1">
                <a:solidFill>
                  <a:srgbClr val="C5F52A"/>
                </a:solidFill>
                <a:latin typeface="Arial"/>
                <a:ea typeface="Arial"/>
                <a:cs typeface="Arial"/>
              </a:defRPr>
            </a:pPr>
            <a:r>
              <a:rPr sz="1050" b="1">
                <a:solidFill>
                  <a:srgbClr val="C5F52A"/>
                </a:solidFill>
                <a:latin typeface="Arial"/>
                <a:ea typeface="Arial"/>
                <a:cs typeface="Arial"/>
              </a:rPr>
              <a:t>03  EXPLORE</a:t>
            </a:r>
          </a:p>
        </p:txBody>
      </p:sp>
      <p:sp>
        <p:nvSpPr>
          <p:cNvPr id="17" name="Rectangle 16">
            <a:extLst>
              <a:ext uri="{FF2B5EF4-FFF2-40B4-BE49-F238E27FC236}">
                <a16:creationId xmlns:a16="http://schemas.microsoft.com/office/drawing/2014/main" id="{B92A864F-D872-4316-8AE1-C7F3918007F4}"/>
              </a:ext>
            </a:extLst>
          </p:cNvPr>
          <p:cNvSpPr>
            <a:spLocks noGrp="1"/>
          </p:cNvSpPr>
          <p:nvPr/>
        </p:nvSpPr>
        <p:spPr>
          <a:xfrm>
            <a:off x="9401175" y="4867275"/>
            <a:ext cx="2047875" cy="857250"/>
          </a:xfrm>
          <a:prstGeom prst="rect">
            <a:avLst/>
          </a:prstGeom>
          <a:noFill/>
          <a:ln w="0">
            <a:noFill/>
            <a:prstDash val="solid"/>
          </a:ln>
        </p:spPr>
        <p:txBody>
          <a:bodyPr anchor="ctr"/>
          <a:lstStyle>
            <a:defPPr algn="l">
              <a:defRPr sz="1125" b="0">
                <a:solidFill>
                  <a:srgbClr val="F4F6F5"/>
                </a:solidFill>
                <a:latin typeface="Arial"/>
                <a:ea typeface="Arial"/>
                <a:cs typeface="Arial"/>
              </a:defRPr>
            </a:defPPr>
          </a:lstStyle>
          <a:p>
            <a:pPr algn="l">
              <a:defRPr sz="1125" b="0">
                <a:solidFill>
                  <a:srgbClr val="F4F6F5"/>
                </a:solidFill>
                <a:latin typeface="Arial"/>
                <a:ea typeface="Arial"/>
                <a:cs typeface="Arial"/>
              </a:defRPr>
            </a:pPr>
            <a:r>
              <a:rPr sz="1125" b="0">
                <a:solidFill>
                  <a:srgbClr val="F4F6F5"/>
                </a:solidFill>
                <a:latin typeface="Arial"/>
                <a:ea typeface="Arial"/>
                <a:cs typeface="Arial"/>
              </a:rPr>
              <a:t>Find movements by name, muscle group, or equipment.</a:t>
            </a:r>
          </a:p>
        </p:txBody>
      </p:sp>
    </p:spTree>
    <p:extLst>
      <p:ext uri="{BB962C8B-B14F-4D97-AF65-F5344CB8AC3E}">
        <p14:creationId xmlns:p14="http://schemas.microsoft.com/office/powerpoint/2010/main" val="12203162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01214"/>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70206F73-61BD-4A27-B9CC-A92C8A096E42}"/>
              </a:ext>
            </a:extLst>
          </p:cNvPr>
          <p:cNvSpPr>
            <a:spLocks noGrp="1"/>
          </p:cNvSpPr>
          <p:nvPr/>
        </p:nvSpPr>
        <p:spPr>
          <a:xfrm>
            <a:off x="609600" y="361950"/>
            <a:ext cx="6667500" cy="209550"/>
          </a:xfrm>
          <a:prstGeom prst="rect">
            <a:avLst/>
          </a:prstGeom>
          <a:noFill/>
          <a:ln w="0">
            <a:noFill/>
            <a:prstDash val="solid"/>
          </a:ln>
        </p:spPr>
        <p:txBody>
          <a:bodyPr anchor="ctr"/>
          <a:lstStyle>
            <a:defPPr algn="l">
              <a:defRPr sz="975" b="1">
                <a:solidFill>
                  <a:srgbClr val="C5F52A"/>
                </a:solidFill>
                <a:latin typeface="Arial"/>
                <a:ea typeface="Arial"/>
                <a:cs typeface="Arial"/>
              </a:defRPr>
            </a:defPPr>
          </a:lstStyle>
          <a:p>
            <a:pPr algn="l">
              <a:defRPr sz="975" b="1">
                <a:solidFill>
                  <a:srgbClr val="C5F52A"/>
                </a:solidFill>
                <a:latin typeface="Arial"/>
                <a:ea typeface="Arial"/>
                <a:cs typeface="Arial"/>
              </a:defRPr>
            </a:pPr>
            <a:r>
              <a:rPr sz="975" b="1">
                <a:solidFill>
                  <a:srgbClr val="C5F52A"/>
                </a:solidFill>
                <a:latin typeface="Arial"/>
                <a:ea typeface="Arial"/>
                <a:cs typeface="Arial"/>
              </a:rPr>
              <a:t>KEY TAKEAWAY</a:t>
            </a:r>
          </a:p>
        </p:txBody>
      </p:sp>
      <p:sp>
        <p:nvSpPr>
          <p:cNvPr id="2" name="Rectangle 1">
            <a:extLst>
              <a:ext uri="{FF2B5EF4-FFF2-40B4-BE49-F238E27FC236}">
                <a16:creationId xmlns:a16="http://schemas.microsoft.com/office/drawing/2014/main" id="{A2531F15-DC07-4CCE-BB1B-2FA388E7BA3A}"/>
              </a:ext>
            </a:extLst>
          </p:cNvPr>
          <p:cNvSpPr>
            <a:spLocks noGrp="1"/>
          </p:cNvSpPr>
          <p:nvPr/>
        </p:nvSpPr>
        <p:spPr>
          <a:xfrm>
            <a:off x="609600" y="619125"/>
            <a:ext cx="10668000" cy="552450"/>
          </a:xfrm>
          <a:prstGeom prst="rect">
            <a:avLst/>
          </a:prstGeom>
          <a:noFill/>
          <a:ln w="0">
            <a:noFill/>
            <a:prstDash val="solid"/>
          </a:ln>
        </p:spPr>
        <p:txBody>
          <a:bodyPr anchor="ctr"/>
          <a:lstStyle>
            <a:defPPr algn="l">
              <a:defRPr sz="2850" b="1">
                <a:solidFill>
                  <a:srgbClr val="F4F6F5"/>
                </a:solidFill>
                <a:latin typeface="Arial"/>
                <a:ea typeface="Arial"/>
                <a:cs typeface="Arial"/>
              </a:defRPr>
            </a:defPPr>
          </a:lstStyle>
          <a:p>
            <a:pPr algn="l">
              <a:defRPr sz="2850" b="1">
                <a:solidFill>
                  <a:srgbClr val="F4F6F5"/>
                </a:solidFill>
                <a:latin typeface="Arial"/>
                <a:ea typeface="Arial"/>
                <a:cs typeface="Arial"/>
              </a:defRPr>
            </a:pPr>
            <a:r>
              <a:rPr sz="2850" b="1">
                <a:solidFill>
                  <a:srgbClr val="F4F6F5"/>
                </a:solidFill>
                <a:latin typeface="Arial"/>
                <a:ea typeface="Arial"/>
                <a:cs typeface="Arial"/>
              </a:rPr>
              <a:t>Conclusion</a:t>
            </a:r>
          </a:p>
        </p:txBody>
      </p:sp>
      <p:sp>
        <p:nvSpPr>
          <p:cNvPr id="3" name="Rectangle 2">
            <a:extLst>
              <a:ext uri="{FF2B5EF4-FFF2-40B4-BE49-F238E27FC236}">
                <a16:creationId xmlns:a16="http://schemas.microsoft.com/office/drawing/2014/main" id="{60279012-B694-4178-9E4F-C698B6C8747C}"/>
              </a:ext>
            </a:extLst>
          </p:cNvPr>
          <p:cNvSpPr>
            <a:spLocks noGrp="1"/>
          </p:cNvSpPr>
          <p:nvPr/>
        </p:nvSpPr>
        <p:spPr>
          <a:xfrm>
            <a:off x="609600" y="1304925"/>
            <a:ext cx="10972800" cy="9525"/>
          </a:xfrm>
          <a:prstGeom prst="rect">
            <a:avLst/>
          </a:prstGeom>
          <a:solidFill>
            <a:srgbClr val="343B40"/>
          </a:solidFill>
          <a:ln w="0">
            <a:solidFill>
              <a:srgbClr val="343B40"/>
            </a:solidFill>
            <a:prstDash val="solid"/>
          </a:ln>
        </p:spPr>
      </p:sp>
      <p:sp>
        <p:nvSpPr>
          <p:cNvPr id="4" name="Rectangle 3">
            <a:extLst>
              <a:ext uri="{FF2B5EF4-FFF2-40B4-BE49-F238E27FC236}">
                <a16:creationId xmlns:a16="http://schemas.microsoft.com/office/drawing/2014/main" id="{9A01DAA0-E1B5-42AC-98C3-B748C6200303}"/>
              </a:ext>
            </a:extLst>
          </p:cNvPr>
          <p:cNvSpPr>
            <a:spLocks noGrp="1"/>
          </p:cNvSpPr>
          <p:nvPr/>
        </p:nvSpPr>
        <p:spPr>
          <a:xfrm>
            <a:off x="609600" y="6419850"/>
            <a:ext cx="4762500" cy="171450"/>
          </a:xfrm>
          <a:prstGeom prst="rect">
            <a:avLst/>
          </a:prstGeom>
          <a:noFill/>
          <a:ln w="0">
            <a:noFill/>
            <a:prstDash val="solid"/>
          </a:ln>
        </p:spPr>
        <p:txBody>
          <a:bodyPr anchor="ctr"/>
          <a:lstStyle>
            <a:defPPr algn="l">
              <a:defRPr sz="825" b="1">
                <a:solidFill>
                  <a:srgbClr val="AAB4B6"/>
                </a:solidFill>
                <a:latin typeface="Arial"/>
                <a:ea typeface="Arial"/>
                <a:cs typeface="Arial"/>
              </a:defRPr>
            </a:defPPr>
          </a:lstStyle>
          <a:p>
            <a:pPr algn="l">
              <a:defRPr sz="825" b="1">
                <a:solidFill>
                  <a:srgbClr val="AAB4B6"/>
                </a:solidFill>
                <a:latin typeface="Arial"/>
                <a:ea typeface="Arial"/>
                <a:cs typeface="Arial"/>
              </a:defRPr>
            </a:pPr>
            <a:r>
              <a:rPr sz="825" b="1">
                <a:solidFill>
                  <a:srgbClr val="AAB4B6"/>
                </a:solidFill>
                <a:latin typeface="Arial"/>
                <a:ea typeface="Arial"/>
                <a:cs typeface="Arial"/>
              </a:rPr>
              <a:t>FITTRACK  /  FITNESS &amp; WELLNESS</a:t>
            </a:r>
          </a:p>
        </p:txBody>
      </p:sp>
      <p:sp>
        <p:nvSpPr>
          <p:cNvPr id="5" name="Rectangle 4">
            <a:extLst>
              <a:ext uri="{FF2B5EF4-FFF2-40B4-BE49-F238E27FC236}">
                <a16:creationId xmlns:a16="http://schemas.microsoft.com/office/drawing/2014/main" id="{8AF42FFC-A039-4651-96BE-E1F6BCF8A2C1}"/>
              </a:ext>
            </a:extLst>
          </p:cNvPr>
          <p:cNvSpPr>
            <a:spLocks noGrp="1"/>
          </p:cNvSpPr>
          <p:nvPr/>
        </p:nvSpPr>
        <p:spPr>
          <a:xfrm>
            <a:off x="11096625" y="6400800"/>
            <a:ext cx="476250" cy="190500"/>
          </a:xfrm>
          <a:prstGeom prst="rect">
            <a:avLst/>
          </a:prstGeom>
          <a:noFill/>
          <a:ln w="0">
            <a:noFill/>
            <a:prstDash val="solid"/>
          </a:ln>
        </p:spPr>
        <p:txBody>
          <a:bodyPr anchor="ctr"/>
          <a:lstStyle>
            <a:defPPr algn="r">
              <a:defRPr sz="900" b="1">
                <a:solidFill>
                  <a:srgbClr val="C5F52A"/>
                </a:solidFill>
                <a:latin typeface="Arial"/>
                <a:ea typeface="Arial"/>
                <a:cs typeface="Arial"/>
              </a:defRPr>
            </a:defPPr>
          </a:lstStyle>
          <a:p>
            <a:pPr algn="r">
              <a:defRPr sz="900" b="1">
                <a:solidFill>
                  <a:srgbClr val="C5F52A"/>
                </a:solidFill>
                <a:latin typeface="Arial"/>
                <a:ea typeface="Arial"/>
                <a:cs typeface="Arial"/>
              </a:defRPr>
            </a:pPr>
            <a:r>
              <a:rPr sz="900" b="1">
                <a:solidFill>
                  <a:srgbClr val="C5F52A"/>
                </a:solidFill>
                <a:latin typeface="Arial"/>
                <a:ea typeface="Arial"/>
                <a:cs typeface="Arial"/>
              </a:rPr>
              <a:t>08</a:t>
            </a:r>
          </a:p>
        </p:txBody>
      </p:sp>
      <p:sp>
        <p:nvSpPr>
          <p:cNvPr id="6" name="Rectangle 5">
            <a:extLst>
              <a:ext uri="{FF2B5EF4-FFF2-40B4-BE49-F238E27FC236}">
                <a16:creationId xmlns:a16="http://schemas.microsoft.com/office/drawing/2014/main" id="{8E35D0AE-F164-4DEC-B4C6-24A0508E93E1}"/>
              </a:ext>
            </a:extLst>
          </p:cNvPr>
          <p:cNvSpPr>
            <a:spLocks noGrp="1"/>
          </p:cNvSpPr>
          <p:nvPr/>
        </p:nvSpPr>
        <p:spPr>
          <a:xfrm>
            <a:off x="609600" y="1695450"/>
            <a:ext cx="9525000" cy="666750"/>
          </a:xfrm>
          <a:prstGeom prst="rect">
            <a:avLst/>
          </a:prstGeom>
          <a:noFill/>
          <a:ln w="0">
            <a:noFill/>
            <a:prstDash val="solid"/>
          </a:ln>
        </p:spPr>
        <p:txBody>
          <a:bodyPr anchor="ctr"/>
          <a:lstStyle>
            <a:defPPr algn="l">
              <a:defRPr sz="2325" b="1">
                <a:solidFill>
                  <a:srgbClr val="F4F6F5"/>
                </a:solidFill>
                <a:latin typeface="Arial"/>
                <a:ea typeface="Arial"/>
                <a:cs typeface="Arial"/>
              </a:defRPr>
            </a:defPPr>
          </a:lstStyle>
          <a:p>
            <a:pPr algn="l">
              <a:defRPr sz="2325" b="1">
                <a:solidFill>
                  <a:srgbClr val="F4F6F5"/>
                </a:solidFill>
                <a:latin typeface="Arial"/>
                <a:ea typeface="Arial"/>
                <a:cs typeface="Arial"/>
              </a:defRPr>
            </a:pPr>
            <a:r>
              <a:rPr sz="2325" b="1">
                <a:solidFill>
                  <a:srgbClr val="F4F6F5"/>
                </a:solidFill>
                <a:latin typeface="Arial"/>
                <a:ea typeface="Arial"/>
                <a:cs typeface="Arial"/>
              </a:rPr>
              <a:t>FitTrack connects the workout cycle from plan to progress review.</a:t>
            </a:r>
          </a:p>
        </p:txBody>
      </p:sp>
      <p:sp>
        <p:nvSpPr>
          <p:cNvPr id="7" name="Rectangle: Rounded Corners 6">
            <a:extLst>
              <a:ext uri="{FF2B5EF4-FFF2-40B4-BE49-F238E27FC236}">
                <a16:creationId xmlns:a16="http://schemas.microsoft.com/office/drawing/2014/main" id="{6464B4C1-7248-48B4-B4FE-D2A49765C6D4}"/>
              </a:ext>
            </a:extLst>
          </p:cNvPr>
          <p:cNvSpPr>
            <a:spLocks noGrp="1"/>
          </p:cNvSpPr>
          <p:nvPr/>
        </p:nvSpPr>
        <p:spPr>
          <a:xfrm>
            <a:off x="609600" y="2876550"/>
            <a:ext cx="10972800" cy="685800"/>
          </a:xfrm>
          <a:prstGeom prst="roundRect">
            <a:avLst>
              <a:gd name="adj" fmla="val 11111"/>
            </a:avLst>
          </a:prstGeom>
          <a:solidFill>
            <a:srgbClr val="191D20"/>
          </a:solidFill>
          <a:ln w="9525">
            <a:solidFill>
              <a:srgbClr val="343B40"/>
            </a:solidFill>
            <a:prstDash val="solid"/>
          </a:ln>
        </p:spPr>
      </p:sp>
      <p:sp>
        <p:nvSpPr>
          <p:cNvPr id="8" name="Rectangle 7">
            <a:extLst>
              <a:ext uri="{FF2B5EF4-FFF2-40B4-BE49-F238E27FC236}">
                <a16:creationId xmlns:a16="http://schemas.microsoft.com/office/drawing/2014/main" id="{A4A877F4-7DA2-428B-A5A1-6486823D674A}"/>
              </a:ext>
            </a:extLst>
          </p:cNvPr>
          <p:cNvSpPr>
            <a:spLocks noGrp="1"/>
          </p:cNvSpPr>
          <p:nvPr/>
        </p:nvSpPr>
        <p:spPr>
          <a:xfrm>
            <a:off x="838200" y="3009900"/>
            <a:ext cx="1714500" cy="400050"/>
          </a:xfrm>
          <a:prstGeom prst="rect">
            <a:avLst/>
          </a:prstGeom>
          <a:noFill/>
          <a:ln w="0">
            <a:noFill/>
            <a:prstDash val="solid"/>
          </a:ln>
        </p:spPr>
        <p:txBody>
          <a:bodyPr anchor="ctr"/>
          <a:lstStyle>
            <a:defPPr algn="l">
              <a:defRPr sz="1200" b="1">
                <a:solidFill>
                  <a:srgbClr val="C5F52A"/>
                </a:solidFill>
                <a:latin typeface="Arial"/>
                <a:ea typeface="Arial"/>
                <a:cs typeface="Arial"/>
              </a:defRPr>
            </a:defPPr>
          </a:lstStyle>
          <a:p>
            <a:pPr algn="l">
              <a:defRPr sz="1200" b="1">
                <a:solidFill>
                  <a:srgbClr val="C5F52A"/>
                </a:solidFill>
                <a:latin typeface="Arial"/>
                <a:ea typeface="Arial"/>
                <a:cs typeface="Arial"/>
              </a:defRPr>
            </a:pPr>
            <a:r>
              <a:rPr sz="1200" b="1">
                <a:solidFill>
                  <a:srgbClr val="C5F52A"/>
                </a:solidFill>
                <a:latin typeface="Arial"/>
                <a:ea typeface="Arial"/>
                <a:cs typeface="Arial"/>
              </a:rPr>
              <a:t>PLAN</a:t>
            </a:r>
          </a:p>
        </p:txBody>
      </p:sp>
      <p:sp>
        <p:nvSpPr>
          <p:cNvPr id="9" name="Rectangle 8">
            <a:extLst>
              <a:ext uri="{FF2B5EF4-FFF2-40B4-BE49-F238E27FC236}">
                <a16:creationId xmlns:a16="http://schemas.microsoft.com/office/drawing/2014/main" id="{625D72C7-908C-496F-9803-7BC67FE0E75F}"/>
              </a:ext>
            </a:extLst>
          </p:cNvPr>
          <p:cNvSpPr>
            <a:spLocks noGrp="1"/>
          </p:cNvSpPr>
          <p:nvPr/>
        </p:nvSpPr>
        <p:spPr>
          <a:xfrm>
            <a:off x="2571750" y="3009900"/>
            <a:ext cx="8572500" cy="400050"/>
          </a:xfrm>
          <a:prstGeom prst="rect">
            <a:avLst/>
          </a:prstGeom>
          <a:noFill/>
          <a:ln w="0">
            <a:noFill/>
            <a:prstDash val="solid"/>
          </a:ln>
        </p:spPr>
        <p:txBody>
          <a:bodyPr anchor="ctr"/>
          <a:lstStyle>
            <a:defPPr algn="l">
              <a:defRPr sz="1425" b="0">
                <a:solidFill>
                  <a:srgbClr val="F4F6F5"/>
                </a:solidFill>
                <a:latin typeface="Arial"/>
                <a:ea typeface="Arial"/>
                <a:cs typeface="Arial"/>
              </a:defRPr>
            </a:defPPr>
          </a:lstStyle>
          <a:p>
            <a:pPr algn="l">
              <a:defRPr sz="1425" b="0">
                <a:solidFill>
                  <a:srgbClr val="F4F6F5"/>
                </a:solidFill>
                <a:latin typeface="Arial"/>
                <a:ea typeface="Arial"/>
                <a:cs typeface="Arial"/>
              </a:defRPr>
            </a:pPr>
            <a:r>
              <a:rPr sz="1425" b="0">
                <a:solidFill>
                  <a:srgbClr val="F4F6F5"/>
                </a:solidFill>
                <a:latin typeface="Arial"/>
                <a:ea typeface="Arial"/>
                <a:cs typeface="Arial"/>
              </a:rPr>
              <a:t>Create reusable routines from a structured exercise library.</a:t>
            </a:r>
          </a:p>
        </p:txBody>
      </p:sp>
      <p:sp>
        <p:nvSpPr>
          <p:cNvPr id="10" name="Rectangle: Rounded Corners 9">
            <a:extLst>
              <a:ext uri="{FF2B5EF4-FFF2-40B4-BE49-F238E27FC236}">
                <a16:creationId xmlns:a16="http://schemas.microsoft.com/office/drawing/2014/main" id="{A080D10A-990F-4D27-B712-7F34D7556E09}"/>
              </a:ext>
            </a:extLst>
          </p:cNvPr>
          <p:cNvSpPr>
            <a:spLocks noGrp="1"/>
          </p:cNvSpPr>
          <p:nvPr/>
        </p:nvSpPr>
        <p:spPr>
          <a:xfrm>
            <a:off x="609600" y="3752850"/>
            <a:ext cx="10972800" cy="685800"/>
          </a:xfrm>
          <a:prstGeom prst="roundRect">
            <a:avLst>
              <a:gd name="adj" fmla="val 11111"/>
            </a:avLst>
          </a:prstGeom>
          <a:solidFill>
            <a:srgbClr val="191D20"/>
          </a:solidFill>
          <a:ln w="9525">
            <a:solidFill>
              <a:srgbClr val="343B40"/>
            </a:solidFill>
            <a:prstDash val="solid"/>
          </a:ln>
        </p:spPr>
      </p:sp>
      <p:sp>
        <p:nvSpPr>
          <p:cNvPr id="11" name="Rectangle 10">
            <a:extLst>
              <a:ext uri="{FF2B5EF4-FFF2-40B4-BE49-F238E27FC236}">
                <a16:creationId xmlns:a16="http://schemas.microsoft.com/office/drawing/2014/main" id="{A20DCF19-F14F-47FD-B9DE-FD5CD8A95327}"/>
              </a:ext>
            </a:extLst>
          </p:cNvPr>
          <p:cNvSpPr>
            <a:spLocks noGrp="1"/>
          </p:cNvSpPr>
          <p:nvPr/>
        </p:nvSpPr>
        <p:spPr>
          <a:xfrm>
            <a:off x="838200" y="3886200"/>
            <a:ext cx="1714500" cy="400050"/>
          </a:xfrm>
          <a:prstGeom prst="rect">
            <a:avLst/>
          </a:prstGeom>
          <a:noFill/>
          <a:ln w="0">
            <a:noFill/>
            <a:prstDash val="solid"/>
          </a:ln>
        </p:spPr>
        <p:txBody>
          <a:bodyPr anchor="ctr"/>
          <a:lstStyle>
            <a:defPPr algn="l">
              <a:defRPr sz="1200" b="1">
                <a:solidFill>
                  <a:srgbClr val="C5F52A"/>
                </a:solidFill>
                <a:latin typeface="Arial"/>
                <a:ea typeface="Arial"/>
                <a:cs typeface="Arial"/>
              </a:defRPr>
            </a:defPPr>
          </a:lstStyle>
          <a:p>
            <a:pPr algn="l">
              <a:defRPr sz="1200" b="1">
                <a:solidFill>
                  <a:srgbClr val="C5F52A"/>
                </a:solidFill>
                <a:latin typeface="Arial"/>
                <a:ea typeface="Arial"/>
                <a:cs typeface="Arial"/>
              </a:defRPr>
            </a:pPr>
            <a:r>
              <a:rPr sz="1200" b="1">
                <a:solidFill>
                  <a:srgbClr val="C5F52A"/>
                </a:solidFill>
                <a:latin typeface="Arial"/>
                <a:ea typeface="Arial"/>
                <a:cs typeface="Arial"/>
              </a:rPr>
              <a:t>TRACK</a:t>
            </a:r>
          </a:p>
        </p:txBody>
      </p:sp>
      <p:sp>
        <p:nvSpPr>
          <p:cNvPr id="12" name="Rectangle 11">
            <a:extLst>
              <a:ext uri="{FF2B5EF4-FFF2-40B4-BE49-F238E27FC236}">
                <a16:creationId xmlns:a16="http://schemas.microsoft.com/office/drawing/2014/main" id="{6A19918B-0A23-4884-894F-ADA2C2F5F045}"/>
              </a:ext>
            </a:extLst>
          </p:cNvPr>
          <p:cNvSpPr>
            <a:spLocks noGrp="1"/>
          </p:cNvSpPr>
          <p:nvPr/>
        </p:nvSpPr>
        <p:spPr>
          <a:xfrm>
            <a:off x="2571750" y="3886200"/>
            <a:ext cx="8572500" cy="400050"/>
          </a:xfrm>
          <a:prstGeom prst="rect">
            <a:avLst/>
          </a:prstGeom>
          <a:noFill/>
          <a:ln w="0">
            <a:noFill/>
            <a:prstDash val="solid"/>
          </a:ln>
        </p:spPr>
        <p:txBody>
          <a:bodyPr anchor="ctr"/>
          <a:lstStyle>
            <a:defPPr algn="l">
              <a:defRPr sz="1425" b="0">
                <a:solidFill>
                  <a:srgbClr val="F4F6F5"/>
                </a:solidFill>
                <a:latin typeface="Arial"/>
                <a:ea typeface="Arial"/>
                <a:cs typeface="Arial"/>
              </a:defRPr>
            </a:defPPr>
          </a:lstStyle>
          <a:p>
            <a:pPr algn="l">
              <a:defRPr sz="1425" b="0">
                <a:solidFill>
                  <a:srgbClr val="F4F6F5"/>
                </a:solidFill>
                <a:latin typeface="Arial"/>
                <a:ea typeface="Arial"/>
                <a:cs typeface="Arial"/>
              </a:defRPr>
            </a:pPr>
            <a:r>
              <a:rPr sz="1425" b="0">
                <a:solidFill>
                  <a:srgbClr val="F4F6F5"/>
                </a:solidFill>
                <a:latin typeface="Arial"/>
                <a:ea typeface="Arial"/>
                <a:cs typeface="Arial"/>
              </a:rPr>
              <a:t>Log training sets in an active workout session.</a:t>
            </a:r>
          </a:p>
        </p:txBody>
      </p:sp>
      <p:sp>
        <p:nvSpPr>
          <p:cNvPr id="13" name="Rectangle: Rounded Corners 12">
            <a:extLst>
              <a:ext uri="{FF2B5EF4-FFF2-40B4-BE49-F238E27FC236}">
                <a16:creationId xmlns:a16="http://schemas.microsoft.com/office/drawing/2014/main" id="{096B2C67-27F0-4C45-97F4-C70F05515BCA}"/>
              </a:ext>
            </a:extLst>
          </p:cNvPr>
          <p:cNvSpPr>
            <a:spLocks noGrp="1"/>
          </p:cNvSpPr>
          <p:nvPr/>
        </p:nvSpPr>
        <p:spPr>
          <a:xfrm>
            <a:off x="609600" y="4629150"/>
            <a:ext cx="10972800" cy="685800"/>
          </a:xfrm>
          <a:prstGeom prst="roundRect">
            <a:avLst>
              <a:gd name="adj" fmla="val 11111"/>
            </a:avLst>
          </a:prstGeom>
          <a:solidFill>
            <a:srgbClr val="191D20"/>
          </a:solidFill>
          <a:ln w="9525">
            <a:solidFill>
              <a:srgbClr val="343B40"/>
            </a:solidFill>
            <a:prstDash val="solid"/>
          </a:ln>
        </p:spPr>
      </p:sp>
      <p:sp>
        <p:nvSpPr>
          <p:cNvPr id="14" name="Rectangle 13">
            <a:extLst>
              <a:ext uri="{FF2B5EF4-FFF2-40B4-BE49-F238E27FC236}">
                <a16:creationId xmlns:a16="http://schemas.microsoft.com/office/drawing/2014/main" id="{F36933F5-D313-4D8B-80DD-B6B90F732916}"/>
              </a:ext>
            </a:extLst>
          </p:cNvPr>
          <p:cNvSpPr>
            <a:spLocks noGrp="1"/>
          </p:cNvSpPr>
          <p:nvPr/>
        </p:nvSpPr>
        <p:spPr>
          <a:xfrm>
            <a:off x="838200" y="4762500"/>
            <a:ext cx="1714500" cy="400050"/>
          </a:xfrm>
          <a:prstGeom prst="rect">
            <a:avLst/>
          </a:prstGeom>
          <a:noFill/>
          <a:ln w="0">
            <a:noFill/>
            <a:prstDash val="solid"/>
          </a:ln>
        </p:spPr>
        <p:txBody>
          <a:bodyPr anchor="ctr"/>
          <a:lstStyle>
            <a:defPPr algn="l">
              <a:defRPr sz="1200" b="1">
                <a:solidFill>
                  <a:srgbClr val="C5F52A"/>
                </a:solidFill>
                <a:latin typeface="Arial"/>
                <a:ea typeface="Arial"/>
                <a:cs typeface="Arial"/>
              </a:defRPr>
            </a:defPPr>
          </a:lstStyle>
          <a:p>
            <a:pPr algn="l">
              <a:defRPr sz="1200" b="1">
                <a:solidFill>
                  <a:srgbClr val="C5F52A"/>
                </a:solidFill>
                <a:latin typeface="Arial"/>
                <a:ea typeface="Arial"/>
                <a:cs typeface="Arial"/>
              </a:defRPr>
            </a:pPr>
            <a:r>
              <a:rPr sz="1200" b="1">
                <a:solidFill>
                  <a:srgbClr val="C5F52A"/>
                </a:solidFill>
                <a:latin typeface="Arial"/>
                <a:ea typeface="Arial"/>
                <a:cs typeface="Arial"/>
              </a:rPr>
              <a:t>REVIEW</a:t>
            </a:r>
          </a:p>
        </p:txBody>
      </p:sp>
      <p:sp>
        <p:nvSpPr>
          <p:cNvPr id="15" name="Rectangle 14">
            <a:extLst>
              <a:ext uri="{FF2B5EF4-FFF2-40B4-BE49-F238E27FC236}">
                <a16:creationId xmlns:a16="http://schemas.microsoft.com/office/drawing/2014/main" id="{015F85BC-C82A-4936-B136-586EEEEFDF8D}"/>
              </a:ext>
            </a:extLst>
          </p:cNvPr>
          <p:cNvSpPr>
            <a:spLocks noGrp="1"/>
          </p:cNvSpPr>
          <p:nvPr/>
        </p:nvSpPr>
        <p:spPr>
          <a:xfrm>
            <a:off x="2571750" y="4762500"/>
            <a:ext cx="8572500" cy="400050"/>
          </a:xfrm>
          <a:prstGeom prst="rect">
            <a:avLst/>
          </a:prstGeom>
          <a:noFill/>
          <a:ln w="0">
            <a:noFill/>
            <a:prstDash val="solid"/>
          </a:ln>
        </p:spPr>
        <p:txBody>
          <a:bodyPr anchor="ctr"/>
          <a:lstStyle>
            <a:defPPr algn="l">
              <a:defRPr sz="1425" b="0">
                <a:solidFill>
                  <a:srgbClr val="F4F6F5"/>
                </a:solidFill>
                <a:latin typeface="Arial"/>
                <a:ea typeface="Arial"/>
                <a:cs typeface="Arial"/>
              </a:defRPr>
            </a:defPPr>
          </a:lstStyle>
          <a:p>
            <a:pPr algn="l">
              <a:defRPr sz="1425" b="0">
                <a:solidFill>
                  <a:srgbClr val="F4F6F5"/>
                </a:solidFill>
                <a:latin typeface="Arial"/>
                <a:ea typeface="Arial"/>
                <a:cs typeface="Arial"/>
              </a:defRPr>
            </a:pPr>
            <a:r>
              <a:rPr sz="1425" b="0">
                <a:solidFill>
                  <a:srgbClr val="F4F6F5"/>
                </a:solidFill>
                <a:latin typeface="Arial"/>
                <a:ea typeface="Arial"/>
                <a:cs typeface="Arial"/>
              </a:rPr>
              <a:t>Use saved history and weekly summaries to follow activity.</a:t>
            </a:r>
          </a:p>
        </p:txBody>
      </p:sp>
      <p:sp>
        <p:nvSpPr>
          <p:cNvPr id="16" name="Rectangle: Rounded Corners 15">
            <a:extLst>
              <a:ext uri="{FF2B5EF4-FFF2-40B4-BE49-F238E27FC236}">
                <a16:creationId xmlns:a16="http://schemas.microsoft.com/office/drawing/2014/main" id="{8B723631-F150-424B-B936-55D0E34491AB}"/>
              </a:ext>
            </a:extLst>
          </p:cNvPr>
          <p:cNvSpPr>
            <a:spLocks noGrp="1"/>
          </p:cNvSpPr>
          <p:nvPr/>
        </p:nvSpPr>
        <p:spPr>
          <a:xfrm>
            <a:off x="609600" y="5695950"/>
            <a:ext cx="10972800" cy="419100"/>
          </a:xfrm>
          <a:prstGeom prst="roundRect">
            <a:avLst>
              <a:gd name="adj" fmla="val 13636"/>
            </a:avLst>
          </a:prstGeom>
          <a:solidFill>
            <a:srgbClr val="20262A"/>
          </a:solidFill>
          <a:ln w="9525">
            <a:solidFill>
              <a:srgbClr val="343B40"/>
            </a:solidFill>
            <a:prstDash val="solid"/>
          </a:ln>
        </p:spPr>
      </p:sp>
      <p:sp>
        <p:nvSpPr>
          <p:cNvPr id="17" name="Rectangle 16">
            <a:extLst>
              <a:ext uri="{FF2B5EF4-FFF2-40B4-BE49-F238E27FC236}">
                <a16:creationId xmlns:a16="http://schemas.microsoft.com/office/drawing/2014/main" id="{FB0DAD71-9C3A-4C03-A1CB-72B5D4E2E945}"/>
              </a:ext>
            </a:extLst>
          </p:cNvPr>
          <p:cNvSpPr>
            <a:spLocks noGrp="1"/>
          </p:cNvSpPr>
          <p:nvPr/>
        </p:nvSpPr>
        <p:spPr>
          <a:xfrm>
            <a:off x="800100" y="5734050"/>
            <a:ext cx="10382250" cy="323850"/>
          </a:xfrm>
          <a:prstGeom prst="rect">
            <a:avLst/>
          </a:prstGeom>
          <a:noFill/>
          <a:ln w="0">
            <a:noFill/>
            <a:prstDash val="solid"/>
          </a:ln>
        </p:spPr>
        <p:txBody>
          <a:bodyPr anchor="ctr"/>
          <a:lstStyle>
            <a:defPPr algn="l">
              <a:defRPr sz="1350" b="1">
                <a:solidFill>
                  <a:srgbClr val="F4F6F5"/>
                </a:solidFill>
                <a:latin typeface="Arial"/>
                <a:ea typeface="Arial"/>
                <a:cs typeface="Arial"/>
              </a:defRPr>
            </a:defPPr>
          </a:lstStyle>
          <a:p>
            <a:pPr algn="l">
              <a:defRPr sz="1350" b="1">
                <a:solidFill>
                  <a:srgbClr val="F4F6F5"/>
                </a:solidFill>
                <a:latin typeface="Arial"/>
                <a:ea typeface="Arial"/>
                <a:cs typeface="Arial"/>
              </a:defRPr>
            </a:pPr>
            <a:r>
              <a:rPr sz="1350" b="1">
                <a:solidFill>
                  <a:srgbClr val="F4F6F5"/>
                </a:solidFill>
                <a:latin typeface="Arial"/>
                <a:ea typeface="Arial"/>
                <a:cs typeface="Arial"/>
              </a:rPr>
              <a:t>Thank you</a:t>
            </a:r>
          </a:p>
        </p:txBody>
      </p:sp>
    </p:spTree>
    <p:extLst>
      <p:ext uri="{BB962C8B-B14F-4D97-AF65-F5344CB8AC3E}">
        <p14:creationId xmlns:p14="http://schemas.microsoft.com/office/powerpoint/2010/main" val="47369441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899</Words>
  <Application>Microsoft Office PowerPoint</Application>
  <DocSecurity>0</DocSecurity>
  <PresentationFormat>Widescreen</PresentationFormat>
  <Paragraphs>134</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Arial</vt:lpstr>
      <vt:lpstr>Consolas</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Sivaguru D</cp:lastModifiedBy>
  <cp:revision>1</cp:revision>
  <dcterms:created xsi:type="dcterms:W3CDTF">2026-10-12T16:46:29Z</dcterms:created>
  <dcterms:modified xsi:type="dcterms:W3CDTF">2026-10-12T16:48:55Z</dcterms:modified>
</cp:coreProperties>
</file>